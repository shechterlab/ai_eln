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64" r:id="rId2"/>
    <p:sldId id="263" r:id="rId3"/>
    <p:sldId id="266" r:id="rId4"/>
    <p:sldId id="268" r:id="rId5"/>
    <p:sldId id="283" r:id="rId6"/>
    <p:sldId id="280" r:id="rId7"/>
    <p:sldId id="273" r:id="rId8"/>
    <p:sldId id="279" r:id="rId9"/>
    <p:sldId id="257" r:id="rId10"/>
    <p:sldId id="261" r:id="rId11"/>
    <p:sldId id="288" r:id="rId12"/>
    <p:sldId id="260" r:id="rId13"/>
    <p:sldId id="284" r:id="rId14"/>
    <p:sldId id="289" r:id="rId15"/>
    <p:sldId id="258" r:id="rId16"/>
    <p:sldId id="281" r:id="rId17"/>
    <p:sldId id="287" r:id="rId18"/>
    <p:sldId id="259" r:id="rId19"/>
    <p:sldId id="269" r:id="rId20"/>
    <p:sldId id="275" r:id="rId21"/>
    <p:sldId id="274" r:id="rId22"/>
    <p:sldId id="270" r:id="rId23"/>
    <p:sldId id="267" r:id="rId24"/>
    <p:sldId id="285" r:id="rId25"/>
    <p:sldId id="290" r:id="rId26"/>
    <p:sldId id="262" r:id="rId27"/>
    <p:sldId id="28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36623"/>
    <a:srgbClr val="192975"/>
    <a:srgbClr val="3E954C"/>
    <a:srgbClr val="FDF302"/>
    <a:srgbClr val="D63E40"/>
    <a:srgbClr val="D42927"/>
    <a:srgbClr val="000000"/>
    <a:srgbClr val="3E925A"/>
    <a:srgbClr val="2A3D93"/>
    <a:srgbClr val="B952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8997493-8D7C-B04D-BBE1-5E3D6563B7BA}" v="492" dt="2025-11-19T04:36:36.9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570"/>
    <p:restoredTop sz="83398"/>
  </p:normalViewPr>
  <p:slideViewPr>
    <p:cSldViewPr snapToGrid="0">
      <p:cViewPr varScale="1">
        <p:scale>
          <a:sx n="124" d="100"/>
          <a:sy n="124" d="100"/>
        </p:scale>
        <p:origin x="184" y="6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Roth" userId="d8af94f3ea5d8608" providerId="LiveId" clId="{C000EF1C-6F34-565D-B593-10F9127A957C}"/>
    <pc:docChg chg="undo custSel addSld delSld modSld sldOrd">
      <pc:chgData name="Jacob Roth" userId="d8af94f3ea5d8608" providerId="LiveId" clId="{C000EF1C-6F34-565D-B593-10F9127A957C}" dt="2025-11-19T04:37:13.168" v="3960" actId="2696"/>
      <pc:docMkLst>
        <pc:docMk/>
      </pc:docMkLst>
      <pc:sldChg chg="del mod modShow">
        <pc:chgData name="Jacob Roth" userId="d8af94f3ea5d8608" providerId="LiveId" clId="{C000EF1C-6F34-565D-B593-10F9127A957C}" dt="2025-11-19T04:37:13.168" v="3960" actId="2696"/>
        <pc:sldMkLst>
          <pc:docMk/>
          <pc:sldMk cId="2596319023" sldId="256"/>
        </pc:sldMkLst>
      </pc:sldChg>
      <pc:sldChg chg="addSp delSp modSp add mod ord delAnim modAnim">
        <pc:chgData name="Jacob Roth" userId="d8af94f3ea5d8608" providerId="LiveId" clId="{C000EF1C-6F34-565D-B593-10F9127A957C}" dt="2025-11-19T04:32:32.878" v="3905"/>
        <pc:sldMkLst>
          <pc:docMk/>
          <pc:sldMk cId="1733763700" sldId="257"/>
        </pc:sldMkLst>
        <pc:spChg chg="mod">
          <ac:chgData name="Jacob Roth" userId="d8af94f3ea5d8608" providerId="LiveId" clId="{C000EF1C-6F34-565D-B593-10F9127A957C}" dt="2025-11-19T02:36:58.267" v="3359" actId="20577"/>
          <ac:spMkLst>
            <pc:docMk/>
            <pc:sldMk cId="1733763700" sldId="257"/>
            <ac:spMk id="2" creationId="{4702F359-2A9B-6C8B-B7F3-D5BE6C63F3D9}"/>
          </ac:spMkLst>
        </pc:spChg>
        <pc:spChg chg="add mod">
          <ac:chgData name="Jacob Roth" userId="d8af94f3ea5d8608" providerId="LiveId" clId="{C000EF1C-6F34-565D-B593-10F9127A957C}" dt="2025-11-18T20:35:24.049" v="3076" actId="1076"/>
          <ac:spMkLst>
            <pc:docMk/>
            <pc:sldMk cId="1733763700" sldId="257"/>
            <ac:spMk id="3" creationId="{BA4DA930-6C81-237B-A386-B1B2D4F57FC8}"/>
          </ac:spMkLst>
        </pc:spChg>
        <pc:picChg chg="add mod">
          <ac:chgData name="Jacob Roth" userId="d8af94f3ea5d8608" providerId="LiveId" clId="{C000EF1C-6F34-565D-B593-10F9127A957C}" dt="2025-11-18T20:35:25.407" v="3077" actId="1076"/>
          <ac:picMkLst>
            <pc:docMk/>
            <pc:sldMk cId="1733763700" sldId="257"/>
            <ac:picMk id="4" creationId="{2516D81F-C6EE-DA57-B632-EB2D59FF2A47}"/>
          </ac:picMkLst>
        </pc:picChg>
        <pc:picChg chg="del mod">
          <ac:chgData name="Jacob Roth" userId="d8af94f3ea5d8608" providerId="LiveId" clId="{C000EF1C-6F34-565D-B593-10F9127A957C}" dt="2025-11-18T20:35:13.632" v="3070" actId="478"/>
          <ac:picMkLst>
            <pc:docMk/>
            <pc:sldMk cId="1733763700" sldId="257"/>
            <ac:picMk id="9" creationId="{B4697F01-4174-32F3-DB3A-2A52519EC7A4}"/>
          </ac:picMkLst>
        </pc:picChg>
      </pc:sldChg>
      <pc:sldChg chg="modSp add mod ord">
        <pc:chgData name="Jacob Roth" userId="d8af94f3ea5d8608" providerId="LiveId" clId="{C000EF1C-6F34-565D-B593-10F9127A957C}" dt="2025-11-19T02:41:54.093" v="3541" actId="2165"/>
        <pc:sldMkLst>
          <pc:docMk/>
          <pc:sldMk cId="274818957" sldId="258"/>
        </pc:sldMkLst>
        <pc:spChg chg="mod">
          <ac:chgData name="Jacob Roth" userId="d8af94f3ea5d8608" providerId="LiveId" clId="{C000EF1C-6F34-565D-B593-10F9127A957C}" dt="2025-11-18T20:16:46.592" v="2713" actId="20577"/>
          <ac:spMkLst>
            <pc:docMk/>
            <pc:sldMk cId="274818957" sldId="258"/>
            <ac:spMk id="2" creationId="{97324690-2BD1-8A4F-8594-59A0E62FAE8A}"/>
          </ac:spMkLst>
        </pc:spChg>
        <pc:graphicFrameChg chg="mod modGraphic">
          <ac:chgData name="Jacob Roth" userId="d8af94f3ea5d8608" providerId="LiveId" clId="{C000EF1C-6F34-565D-B593-10F9127A957C}" dt="2025-11-19T02:41:54.093" v="3541" actId="2165"/>
          <ac:graphicFrameMkLst>
            <pc:docMk/>
            <pc:sldMk cId="274818957" sldId="258"/>
            <ac:graphicFrameMk id="4" creationId="{16DEA49B-85D7-031A-0B2E-22B72DE3D1FA}"/>
          </ac:graphicFrameMkLst>
        </pc:graphicFrameChg>
      </pc:sldChg>
      <pc:sldChg chg="modSp add mod">
        <pc:chgData name="Jacob Roth" userId="d8af94f3ea5d8608" providerId="LiveId" clId="{C000EF1C-6F34-565D-B593-10F9127A957C}" dt="2025-11-17T21:51:24.206" v="2592" actId="20577"/>
        <pc:sldMkLst>
          <pc:docMk/>
          <pc:sldMk cId="3166539747" sldId="259"/>
        </pc:sldMkLst>
        <pc:spChg chg="mod">
          <ac:chgData name="Jacob Roth" userId="d8af94f3ea5d8608" providerId="LiveId" clId="{C000EF1C-6F34-565D-B593-10F9127A957C}" dt="2025-11-17T21:51:24.206" v="2592" actId="20577"/>
          <ac:spMkLst>
            <pc:docMk/>
            <pc:sldMk cId="3166539747" sldId="259"/>
            <ac:spMk id="3" creationId="{AA642F32-9564-F057-3322-7C0190B4D845}"/>
          </ac:spMkLst>
        </pc:spChg>
        <pc:picChg chg="mod">
          <ac:chgData name="Jacob Roth" userId="d8af94f3ea5d8608" providerId="LiveId" clId="{C000EF1C-6F34-565D-B593-10F9127A957C}" dt="2025-11-17T21:49:42.679" v="2258" actId="1076"/>
          <ac:picMkLst>
            <pc:docMk/>
            <pc:sldMk cId="3166539747" sldId="259"/>
            <ac:picMk id="4" creationId="{AD9C44E3-CEB5-E273-38B1-C3EB53E65303}"/>
          </ac:picMkLst>
        </pc:picChg>
      </pc:sldChg>
      <pc:sldChg chg="addSp delSp modSp add mod ord">
        <pc:chgData name="Jacob Roth" userId="d8af94f3ea5d8608" providerId="LiveId" clId="{C000EF1C-6F34-565D-B593-10F9127A957C}" dt="2025-11-17T21:43:14.444" v="1893" actId="21"/>
        <pc:sldMkLst>
          <pc:docMk/>
          <pc:sldMk cId="4269964040" sldId="260"/>
        </pc:sldMkLst>
        <pc:spChg chg="add mod">
          <ac:chgData name="Jacob Roth" userId="d8af94f3ea5d8608" providerId="LiveId" clId="{C000EF1C-6F34-565D-B593-10F9127A957C}" dt="2025-11-17T21:43:14.444" v="1893" actId="21"/>
          <ac:spMkLst>
            <pc:docMk/>
            <pc:sldMk cId="4269964040" sldId="260"/>
            <ac:spMk id="6" creationId="{0DD0F7AA-7386-E572-F8A4-E20058734B5D}"/>
          </ac:spMkLst>
        </pc:spChg>
      </pc:sldChg>
      <pc:sldChg chg="addSp modSp add mod ord modAnim modNotesTx">
        <pc:chgData name="Jacob Roth" userId="d8af94f3ea5d8608" providerId="LiveId" clId="{C000EF1C-6F34-565D-B593-10F9127A957C}" dt="2025-11-19T04:33:56.418" v="3916"/>
        <pc:sldMkLst>
          <pc:docMk/>
          <pc:sldMk cId="954713852" sldId="261"/>
        </pc:sldMkLst>
        <pc:spChg chg="mod">
          <ac:chgData name="Jacob Roth" userId="d8af94f3ea5d8608" providerId="LiveId" clId="{C000EF1C-6F34-565D-B593-10F9127A957C}" dt="2025-11-19T04:33:13.367" v="3911" actId="20577"/>
          <ac:spMkLst>
            <pc:docMk/>
            <pc:sldMk cId="954713852" sldId="261"/>
            <ac:spMk id="2" creationId="{50185D4C-E974-FE68-A05F-56C60B30CA8D}"/>
          </ac:spMkLst>
        </pc:spChg>
        <pc:spChg chg="add mod">
          <ac:chgData name="Jacob Roth" userId="d8af94f3ea5d8608" providerId="LiveId" clId="{C000EF1C-6F34-565D-B593-10F9127A957C}" dt="2025-11-18T20:32:15.987" v="3062" actId="1076"/>
          <ac:spMkLst>
            <pc:docMk/>
            <pc:sldMk cId="954713852" sldId="261"/>
            <ac:spMk id="5" creationId="{B30AD328-3E26-C8BD-2EC9-6F1EC03C58BE}"/>
          </ac:spMkLst>
        </pc:spChg>
        <pc:spChg chg="add mod">
          <ac:chgData name="Jacob Roth" userId="d8af94f3ea5d8608" providerId="LiveId" clId="{C000EF1C-6F34-565D-B593-10F9127A957C}" dt="2025-11-19T04:33:54.104" v="3915" actId="207"/>
          <ac:spMkLst>
            <pc:docMk/>
            <pc:sldMk cId="954713852" sldId="261"/>
            <ac:spMk id="6" creationId="{2EEE6A44-01E3-41E7-DB16-63627E69E0B2}"/>
          </ac:spMkLst>
        </pc:spChg>
        <pc:picChg chg="add mod">
          <ac:chgData name="Jacob Roth" userId="d8af94f3ea5d8608" providerId="LiveId" clId="{C000EF1C-6F34-565D-B593-10F9127A957C}" dt="2025-11-18T20:32:18.746" v="3063" actId="1076"/>
          <ac:picMkLst>
            <pc:docMk/>
            <pc:sldMk cId="954713852" sldId="261"/>
            <ac:picMk id="3" creationId="{29F70716-86D5-DD79-61A6-AD468BFE9732}"/>
          </ac:picMkLst>
        </pc:picChg>
      </pc:sldChg>
      <pc:sldChg chg="addSp delSp modSp add mod ord modAnim">
        <pc:chgData name="Jacob Roth" userId="d8af94f3ea5d8608" providerId="LiveId" clId="{C000EF1C-6F34-565D-B593-10F9127A957C}" dt="2025-11-19T04:26:47.960" v="3827" actId="1076"/>
        <pc:sldMkLst>
          <pc:docMk/>
          <pc:sldMk cId="1511431262" sldId="262"/>
        </pc:sldMkLst>
        <pc:spChg chg="mod">
          <ac:chgData name="Jacob Roth" userId="d8af94f3ea5d8608" providerId="LiveId" clId="{C000EF1C-6F34-565D-B593-10F9127A957C}" dt="2025-11-14T11:50:47.023" v="449" actId="20577"/>
          <ac:spMkLst>
            <pc:docMk/>
            <pc:sldMk cId="1511431262" sldId="262"/>
            <ac:spMk id="2" creationId="{D2235420-CBF2-7568-8645-333FD8FDCF89}"/>
          </ac:spMkLst>
        </pc:spChg>
        <pc:spChg chg="add mod">
          <ac:chgData name="Jacob Roth" userId="d8af94f3ea5d8608" providerId="LiveId" clId="{C000EF1C-6F34-565D-B593-10F9127A957C}" dt="2025-11-19T04:26:22.829" v="3818" actId="1076"/>
          <ac:spMkLst>
            <pc:docMk/>
            <pc:sldMk cId="1511431262" sldId="262"/>
            <ac:spMk id="7" creationId="{4ADCFE16-6C94-336E-232B-725DC21931C5}"/>
          </ac:spMkLst>
        </pc:spChg>
        <pc:spChg chg="add mod">
          <ac:chgData name="Jacob Roth" userId="d8af94f3ea5d8608" providerId="LiveId" clId="{C000EF1C-6F34-565D-B593-10F9127A957C}" dt="2025-11-19T04:26:47.960" v="3827" actId="1076"/>
          <ac:spMkLst>
            <pc:docMk/>
            <pc:sldMk cId="1511431262" sldId="262"/>
            <ac:spMk id="8" creationId="{6F691F42-5213-6857-1555-8A2EF5CA850A}"/>
          </ac:spMkLst>
        </pc:spChg>
        <pc:picChg chg="add mod">
          <ac:chgData name="Jacob Roth" userId="d8af94f3ea5d8608" providerId="LiveId" clId="{C000EF1C-6F34-565D-B593-10F9127A957C}" dt="2025-11-19T04:26:45.619" v="3826" actId="1076"/>
          <ac:picMkLst>
            <pc:docMk/>
            <pc:sldMk cId="1511431262" sldId="262"/>
            <ac:picMk id="5" creationId="{E8D584C8-55CA-09EB-F571-DDB4B6F1EBC2}"/>
          </ac:picMkLst>
        </pc:picChg>
        <pc:picChg chg="add mod">
          <ac:chgData name="Jacob Roth" userId="d8af94f3ea5d8608" providerId="LiveId" clId="{C000EF1C-6F34-565D-B593-10F9127A957C}" dt="2025-11-19T04:26:22.829" v="3818" actId="1076"/>
          <ac:picMkLst>
            <pc:docMk/>
            <pc:sldMk cId="1511431262" sldId="262"/>
            <ac:picMk id="6" creationId="{E75A1CD9-67BE-FDEC-7C72-621FF50A6048}"/>
          </ac:picMkLst>
        </pc:picChg>
      </pc:sldChg>
      <pc:sldChg chg="modSp new mod ord modAnim">
        <pc:chgData name="Jacob Roth" userId="d8af94f3ea5d8608" providerId="LiveId" clId="{C000EF1C-6F34-565D-B593-10F9127A957C}" dt="2025-11-16T18:32:46.641" v="1668" actId="20577"/>
        <pc:sldMkLst>
          <pc:docMk/>
          <pc:sldMk cId="1273913136" sldId="263"/>
        </pc:sldMkLst>
        <pc:spChg chg="mod">
          <ac:chgData name="Jacob Roth" userId="d8af94f3ea5d8608" providerId="LiveId" clId="{C000EF1C-6F34-565D-B593-10F9127A957C}" dt="2025-11-14T11:54:02.474" v="535" actId="20577"/>
          <ac:spMkLst>
            <pc:docMk/>
            <pc:sldMk cId="1273913136" sldId="263"/>
            <ac:spMk id="2" creationId="{E2C77029-E621-720B-0763-E44D15CC237C}"/>
          </ac:spMkLst>
        </pc:spChg>
        <pc:spChg chg="mod">
          <ac:chgData name="Jacob Roth" userId="d8af94f3ea5d8608" providerId="LiveId" clId="{C000EF1C-6F34-565D-B593-10F9127A957C}" dt="2025-11-16T18:32:46.641" v="1668" actId="20577"/>
          <ac:spMkLst>
            <pc:docMk/>
            <pc:sldMk cId="1273913136" sldId="263"/>
            <ac:spMk id="3" creationId="{80756E6D-B77F-5FC0-6FB0-8AA2C73C5E7C}"/>
          </ac:spMkLst>
        </pc:spChg>
      </pc:sldChg>
      <pc:sldChg chg="addSp delSp modSp new mod modClrScheme chgLayout">
        <pc:chgData name="Jacob Roth" userId="d8af94f3ea5d8608" providerId="LiveId" clId="{C000EF1C-6F34-565D-B593-10F9127A957C}" dt="2025-11-19T04:30:10.491" v="3901" actId="1076"/>
        <pc:sldMkLst>
          <pc:docMk/>
          <pc:sldMk cId="2767724013" sldId="264"/>
        </pc:sldMkLst>
        <pc:spChg chg="del mod ord">
          <ac:chgData name="Jacob Roth" userId="d8af94f3ea5d8608" providerId="LiveId" clId="{C000EF1C-6F34-565D-B593-10F9127A957C}" dt="2025-11-19T04:29:28.582" v="3839" actId="700"/>
          <ac:spMkLst>
            <pc:docMk/>
            <pc:sldMk cId="2767724013" sldId="264"/>
            <ac:spMk id="2" creationId="{474E824C-483C-C102-B8CD-27997D469A2D}"/>
          </ac:spMkLst>
        </pc:spChg>
        <pc:spChg chg="add del mod">
          <ac:chgData name="Jacob Roth" userId="d8af94f3ea5d8608" providerId="LiveId" clId="{C000EF1C-6F34-565D-B593-10F9127A957C}" dt="2025-11-19T04:28:08.243" v="3835" actId="478"/>
          <ac:spMkLst>
            <pc:docMk/>
            <pc:sldMk cId="2767724013" sldId="264"/>
            <ac:spMk id="10" creationId="{2CC36FCA-6B28-B559-E0C4-67AE6F351A60}"/>
          </ac:spMkLst>
        </pc:spChg>
        <pc:spChg chg="add mod ord">
          <ac:chgData name="Jacob Roth" userId="d8af94f3ea5d8608" providerId="LiveId" clId="{C000EF1C-6F34-565D-B593-10F9127A957C}" dt="2025-11-19T04:29:38.221" v="3853" actId="20577"/>
          <ac:spMkLst>
            <pc:docMk/>
            <pc:sldMk cId="2767724013" sldId="264"/>
            <ac:spMk id="11" creationId="{5E0AD1CD-89F0-5E83-240E-96537414482A}"/>
          </ac:spMkLst>
        </pc:spChg>
        <pc:spChg chg="add mod ord">
          <ac:chgData name="Jacob Roth" userId="d8af94f3ea5d8608" providerId="LiveId" clId="{C000EF1C-6F34-565D-B593-10F9127A957C}" dt="2025-11-19T04:29:28.582" v="3839" actId="700"/>
          <ac:spMkLst>
            <pc:docMk/>
            <pc:sldMk cId="2767724013" sldId="264"/>
            <ac:spMk id="12" creationId="{B5E8E654-6B96-88A1-0719-A355FA14DB1A}"/>
          </ac:spMkLst>
        </pc:spChg>
        <pc:spChg chg="add mod ord">
          <ac:chgData name="Jacob Roth" userId="d8af94f3ea5d8608" providerId="LiveId" clId="{C000EF1C-6F34-565D-B593-10F9127A957C}" dt="2025-11-19T04:30:05.455" v="3899" actId="5793"/>
          <ac:spMkLst>
            <pc:docMk/>
            <pc:sldMk cId="2767724013" sldId="264"/>
            <ac:spMk id="13" creationId="{F482CCB4-3CEA-465D-33B1-2DC90C6CF2A0}"/>
          </ac:spMkLst>
        </pc:spChg>
        <pc:picChg chg="add del mod">
          <ac:chgData name="Jacob Roth" userId="d8af94f3ea5d8608" providerId="LiveId" clId="{C000EF1C-6F34-565D-B593-10F9127A957C}" dt="2025-11-19T04:28:05.575" v="3834" actId="478"/>
          <ac:picMkLst>
            <pc:docMk/>
            <pc:sldMk cId="2767724013" sldId="264"/>
            <ac:picMk id="5" creationId="{5443EFA3-4DF8-12CF-A240-C632B112E7E1}"/>
          </ac:picMkLst>
        </pc:picChg>
        <pc:picChg chg="add mod">
          <ac:chgData name="Jacob Roth" userId="d8af94f3ea5d8608" providerId="LiveId" clId="{C000EF1C-6F34-565D-B593-10F9127A957C}" dt="2025-11-19T04:30:10.491" v="3901" actId="1076"/>
          <ac:picMkLst>
            <pc:docMk/>
            <pc:sldMk cId="2767724013" sldId="264"/>
            <ac:picMk id="7" creationId="{B4CE4743-C1EF-0E00-CBD8-A3209D7C56E2}"/>
          </ac:picMkLst>
        </pc:picChg>
      </pc:sldChg>
      <pc:sldChg chg="modSp add mod">
        <pc:chgData name="Jacob Roth" userId="d8af94f3ea5d8608" providerId="LiveId" clId="{C000EF1C-6F34-565D-B593-10F9127A957C}" dt="2025-11-14T11:43:54.310" v="52" actId="20577"/>
        <pc:sldMkLst>
          <pc:docMk/>
          <pc:sldMk cId="838189074" sldId="266"/>
        </pc:sldMkLst>
        <pc:spChg chg="mod">
          <ac:chgData name="Jacob Roth" userId="d8af94f3ea5d8608" providerId="LiveId" clId="{C000EF1C-6F34-565D-B593-10F9127A957C}" dt="2025-11-14T11:43:54.310" v="52" actId="20577"/>
          <ac:spMkLst>
            <pc:docMk/>
            <pc:sldMk cId="838189074" sldId="266"/>
            <ac:spMk id="2" creationId="{F85D3627-4015-EF17-2AB0-F51198FFFE9C}"/>
          </ac:spMkLst>
        </pc:spChg>
      </pc:sldChg>
      <pc:sldChg chg="add ord modNotesTx">
        <pc:chgData name="Jacob Roth" userId="d8af94f3ea5d8608" providerId="LiveId" clId="{C000EF1C-6F34-565D-B593-10F9127A957C}" dt="2025-11-17T21:46:17.401" v="1994" actId="20578"/>
        <pc:sldMkLst>
          <pc:docMk/>
          <pc:sldMk cId="3690212105" sldId="267"/>
        </pc:sldMkLst>
      </pc:sldChg>
      <pc:sldChg chg="modSp add mod ord">
        <pc:chgData name="Jacob Roth" userId="d8af94f3ea5d8608" providerId="LiveId" clId="{C000EF1C-6F34-565D-B593-10F9127A957C}" dt="2025-11-19T04:30:34.914" v="3903" actId="14100"/>
        <pc:sldMkLst>
          <pc:docMk/>
          <pc:sldMk cId="123802134" sldId="268"/>
        </pc:sldMkLst>
        <pc:spChg chg="mod">
          <ac:chgData name="Jacob Roth" userId="d8af94f3ea5d8608" providerId="LiveId" clId="{C000EF1C-6F34-565D-B593-10F9127A957C}" dt="2025-11-18T19:55:08.195" v="2600" actId="20577"/>
          <ac:spMkLst>
            <pc:docMk/>
            <pc:sldMk cId="123802134" sldId="268"/>
            <ac:spMk id="6" creationId="{25CA603B-16E5-675C-D169-AAB3435B8EB8}"/>
          </ac:spMkLst>
        </pc:spChg>
        <pc:spChg chg="mod">
          <ac:chgData name="Jacob Roth" userId="d8af94f3ea5d8608" providerId="LiveId" clId="{C000EF1C-6F34-565D-B593-10F9127A957C}" dt="2025-11-19T04:30:34.914" v="3903" actId="14100"/>
          <ac:spMkLst>
            <pc:docMk/>
            <pc:sldMk cId="123802134" sldId="268"/>
            <ac:spMk id="15" creationId="{094AEA7F-678E-9498-6AB1-E71581E59E9A}"/>
          </ac:spMkLst>
        </pc:spChg>
      </pc:sldChg>
      <pc:sldChg chg="modSp add mod">
        <pc:chgData name="Jacob Roth" userId="d8af94f3ea5d8608" providerId="LiveId" clId="{C000EF1C-6F34-565D-B593-10F9127A957C}" dt="2025-11-14T11:44:49.913" v="84" actId="20577"/>
        <pc:sldMkLst>
          <pc:docMk/>
          <pc:sldMk cId="3973202514" sldId="269"/>
        </pc:sldMkLst>
        <pc:spChg chg="mod">
          <ac:chgData name="Jacob Roth" userId="d8af94f3ea5d8608" providerId="LiveId" clId="{C000EF1C-6F34-565D-B593-10F9127A957C}" dt="2025-11-14T11:44:49.913" v="84" actId="20577"/>
          <ac:spMkLst>
            <pc:docMk/>
            <pc:sldMk cId="3973202514" sldId="269"/>
            <ac:spMk id="2" creationId="{FBB4882A-9373-2138-6A44-79A17EAD2DC6}"/>
          </ac:spMkLst>
        </pc:spChg>
      </pc:sldChg>
      <pc:sldChg chg="addSp delSp modSp add mod ord modClrScheme modAnim chgLayout modNotesTx">
        <pc:chgData name="Jacob Roth" userId="d8af94f3ea5d8608" providerId="LiveId" clId="{C000EF1C-6F34-565D-B593-10F9127A957C}" dt="2025-11-19T04:35:53.880" v="3917"/>
        <pc:sldMkLst>
          <pc:docMk/>
          <pc:sldMk cId="646011902" sldId="270"/>
        </pc:sldMkLst>
        <pc:spChg chg="add del mod ord">
          <ac:chgData name="Jacob Roth" userId="d8af94f3ea5d8608" providerId="LiveId" clId="{C000EF1C-6F34-565D-B593-10F9127A957C}" dt="2025-11-19T04:19:29.517" v="3723"/>
          <ac:spMkLst>
            <pc:docMk/>
            <pc:sldMk cId="646011902" sldId="270"/>
            <ac:spMk id="2" creationId="{7ACAB7BD-FF24-FC25-EAF9-9F9504A5988B}"/>
          </ac:spMkLst>
        </pc:spChg>
        <pc:spChg chg="add mod ord">
          <ac:chgData name="Jacob Roth" userId="d8af94f3ea5d8608" providerId="LiveId" clId="{C000EF1C-6F34-565D-B593-10F9127A957C}" dt="2025-11-19T04:24:49.107" v="3783" actId="20577"/>
          <ac:spMkLst>
            <pc:docMk/>
            <pc:sldMk cId="646011902" sldId="270"/>
            <ac:spMk id="3" creationId="{8AFDF5C7-1920-7133-0761-38E8B0467CE7}"/>
          </ac:spMkLst>
        </pc:spChg>
        <pc:spChg chg="mod ord">
          <ac:chgData name="Jacob Roth" userId="d8af94f3ea5d8608" providerId="LiveId" clId="{C000EF1C-6F34-565D-B593-10F9127A957C}" dt="2025-11-19T04:24:56.629" v="3786" actId="13926"/>
          <ac:spMkLst>
            <pc:docMk/>
            <pc:sldMk cId="646011902" sldId="270"/>
            <ac:spMk id="4" creationId="{C3370A50-18E3-B1E7-B7A4-B4677E96798D}"/>
          </ac:spMkLst>
        </pc:spChg>
        <pc:picChg chg="add mod">
          <ac:chgData name="Jacob Roth" userId="d8af94f3ea5d8608" providerId="LiveId" clId="{C000EF1C-6F34-565D-B593-10F9127A957C}" dt="2025-11-19T04:24:13.038" v="3741" actId="1076"/>
          <ac:picMkLst>
            <pc:docMk/>
            <pc:sldMk cId="646011902" sldId="270"/>
            <ac:picMk id="6" creationId="{108A6280-0938-77B3-5746-7EE052061A66}"/>
          </ac:picMkLst>
        </pc:picChg>
      </pc:sldChg>
      <pc:sldChg chg="modSp new del mod ord">
        <pc:chgData name="Jacob Roth" userId="d8af94f3ea5d8608" providerId="LiveId" clId="{C000EF1C-6F34-565D-B593-10F9127A957C}" dt="2025-11-19T02:34:59.861" v="3340" actId="2696"/>
        <pc:sldMkLst>
          <pc:docMk/>
          <pc:sldMk cId="4038325168" sldId="271"/>
        </pc:sldMkLst>
      </pc:sldChg>
      <pc:sldChg chg="addSp modSp add mod ord modAnim">
        <pc:chgData name="Jacob Roth" userId="d8af94f3ea5d8608" providerId="LiveId" clId="{C000EF1C-6F34-565D-B593-10F9127A957C}" dt="2025-11-19T02:36:39.637" v="3358"/>
        <pc:sldMkLst>
          <pc:docMk/>
          <pc:sldMk cId="186855199" sldId="273"/>
        </pc:sldMkLst>
        <pc:spChg chg="mod">
          <ac:chgData name="Jacob Roth" userId="d8af94f3ea5d8608" providerId="LiveId" clId="{C000EF1C-6F34-565D-B593-10F9127A957C}" dt="2025-11-17T21:39:03.807" v="1889" actId="20577"/>
          <ac:spMkLst>
            <pc:docMk/>
            <pc:sldMk cId="186855199" sldId="273"/>
            <ac:spMk id="2" creationId="{733312D8-FDE0-DCEC-8C8D-5B377E5421D9}"/>
          </ac:spMkLst>
        </pc:spChg>
        <pc:spChg chg="mod">
          <ac:chgData name="Jacob Roth" userId="d8af94f3ea5d8608" providerId="LiveId" clId="{C000EF1C-6F34-565D-B593-10F9127A957C}" dt="2025-11-19T02:36:22.909" v="3355"/>
          <ac:spMkLst>
            <pc:docMk/>
            <pc:sldMk cId="186855199" sldId="273"/>
            <ac:spMk id="3" creationId="{D132EAF5-242F-E594-205D-CC764AEBBCF5}"/>
          </ac:spMkLst>
        </pc:spChg>
        <pc:spChg chg="add mod">
          <ac:chgData name="Jacob Roth" userId="d8af94f3ea5d8608" providerId="LiveId" clId="{C000EF1C-6F34-565D-B593-10F9127A957C}" dt="2025-11-17T21:32:21.099" v="1735" actId="1076"/>
          <ac:spMkLst>
            <pc:docMk/>
            <pc:sldMk cId="186855199" sldId="273"/>
            <ac:spMk id="5" creationId="{FC2B1F09-3757-B60A-77A6-3CF6FCECC960}"/>
          </ac:spMkLst>
        </pc:spChg>
        <pc:picChg chg="add mod">
          <ac:chgData name="Jacob Roth" userId="d8af94f3ea5d8608" providerId="LiveId" clId="{C000EF1C-6F34-565D-B593-10F9127A957C}" dt="2025-11-18T01:12:39.849" v="2595" actId="1076"/>
          <ac:picMkLst>
            <pc:docMk/>
            <pc:sldMk cId="186855199" sldId="273"/>
            <ac:picMk id="4" creationId="{A2D47E56-4528-F14D-C22B-EBAEE2759668}"/>
          </ac:picMkLst>
        </pc:picChg>
      </pc:sldChg>
      <pc:sldChg chg="addSp delSp modSp add mod ord modAnim">
        <pc:chgData name="Jacob Roth" userId="d8af94f3ea5d8608" providerId="LiveId" clId="{C000EF1C-6F34-565D-B593-10F9127A957C}" dt="2025-11-19T04:25:39.569" v="3815" actId="20577"/>
        <pc:sldMkLst>
          <pc:docMk/>
          <pc:sldMk cId="78551775" sldId="274"/>
        </pc:sldMkLst>
        <pc:spChg chg="mod">
          <ac:chgData name="Jacob Roth" userId="d8af94f3ea5d8608" providerId="LiveId" clId="{C000EF1C-6F34-565D-B593-10F9127A957C}" dt="2025-11-19T04:25:38.025" v="3814"/>
          <ac:spMkLst>
            <pc:docMk/>
            <pc:sldMk cId="78551775" sldId="274"/>
            <ac:spMk id="2" creationId="{876F14DE-17F2-3313-54AA-1FA957DE7631}"/>
          </ac:spMkLst>
        </pc:spChg>
        <pc:spChg chg="del mod">
          <ac:chgData name="Jacob Roth" userId="d8af94f3ea5d8608" providerId="LiveId" clId="{C000EF1C-6F34-565D-B593-10F9127A957C}" dt="2025-11-19T04:23:17.969" v="3729" actId="478"/>
          <ac:spMkLst>
            <pc:docMk/>
            <pc:sldMk cId="78551775" sldId="274"/>
            <ac:spMk id="3" creationId="{8D1AAFBF-E6FF-B53A-59E5-9B3A19273AD1}"/>
          </ac:spMkLst>
        </pc:spChg>
        <pc:spChg chg="mod">
          <ac:chgData name="Jacob Roth" userId="d8af94f3ea5d8608" providerId="LiveId" clId="{C000EF1C-6F34-565D-B593-10F9127A957C}" dt="2025-11-19T02:45:00.988" v="3590" actId="20577"/>
          <ac:spMkLst>
            <pc:docMk/>
            <pc:sldMk cId="78551775" sldId="274"/>
            <ac:spMk id="4" creationId="{49A47A1C-A138-FD53-C79A-CA699937F630}"/>
          </ac:spMkLst>
        </pc:spChg>
        <pc:picChg chg="add mod">
          <ac:chgData name="Jacob Roth" userId="d8af94f3ea5d8608" providerId="LiveId" clId="{C000EF1C-6F34-565D-B593-10F9127A957C}" dt="2025-11-19T04:23:23.392" v="3733" actId="1076"/>
          <ac:picMkLst>
            <pc:docMk/>
            <pc:sldMk cId="78551775" sldId="274"/>
            <ac:picMk id="5" creationId="{55D790D4-98FA-1451-20C0-6AC60C32D913}"/>
          </ac:picMkLst>
        </pc:picChg>
      </pc:sldChg>
      <pc:sldChg chg="addSp delSp modSp new mod modAnim">
        <pc:chgData name="Jacob Roth" userId="d8af94f3ea5d8608" providerId="LiveId" clId="{C000EF1C-6F34-565D-B593-10F9127A957C}" dt="2025-11-19T04:25:53.004" v="3816" actId="1076"/>
        <pc:sldMkLst>
          <pc:docMk/>
          <pc:sldMk cId="2799581354" sldId="275"/>
        </pc:sldMkLst>
        <pc:spChg chg="del mod">
          <ac:chgData name="Jacob Roth" userId="d8af94f3ea5d8608" providerId="LiveId" clId="{C000EF1C-6F34-565D-B593-10F9127A957C}" dt="2025-11-19T02:42:11.971" v="3542" actId="478"/>
          <ac:spMkLst>
            <pc:docMk/>
            <pc:sldMk cId="2799581354" sldId="275"/>
            <ac:spMk id="2" creationId="{1A6DFB35-6E5A-EAE3-FEC0-1BF2E3D28AE9}"/>
          </ac:spMkLst>
        </pc:spChg>
        <pc:spChg chg="mod">
          <ac:chgData name="Jacob Roth" userId="d8af94f3ea5d8608" providerId="LiveId" clId="{C000EF1C-6F34-565D-B593-10F9127A957C}" dt="2025-11-19T02:42:36.181" v="3589" actId="20577"/>
          <ac:spMkLst>
            <pc:docMk/>
            <pc:sldMk cId="2799581354" sldId="275"/>
            <ac:spMk id="3" creationId="{8C655A8A-0E44-CAC8-F6B1-76C716EAB9B8}"/>
          </ac:spMkLst>
        </pc:spChg>
        <pc:spChg chg="add mod">
          <ac:chgData name="Jacob Roth" userId="d8af94f3ea5d8608" providerId="LiveId" clId="{C000EF1C-6F34-565D-B593-10F9127A957C}" dt="2025-11-19T02:45:41.045" v="3619" actId="313"/>
          <ac:spMkLst>
            <pc:docMk/>
            <pc:sldMk cId="2799581354" sldId="275"/>
            <ac:spMk id="6" creationId="{D7217302-650B-A4FB-8D19-8BED505A1B81}"/>
          </ac:spMkLst>
        </pc:spChg>
        <pc:picChg chg="add mod modCrop">
          <ac:chgData name="Jacob Roth" userId="d8af94f3ea5d8608" providerId="LiveId" clId="{C000EF1C-6F34-565D-B593-10F9127A957C}" dt="2025-11-19T04:25:53.004" v="3816" actId="1076"/>
          <ac:picMkLst>
            <pc:docMk/>
            <pc:sldMk cId="2799581354" sldId="275"/>
            <ac:picMk id="4" creationId="{29EE9D0D-E209-B068-F223-CD214D4C22BA}"/>
          </ac:picMkLst>
        </pc:picChg>
        <pc:picChg chg="add mod modCrop">
          <ac:chgData name="Jacob Roth" userId="d8af94f3ea5d8608" providerId="LiveId" clId="{C000EF1C-6F34-565D-B593-10F9127A957C}" dt="2025-11-19T04:25:53.004" v="3816" actId="1076"/>
          <ac:picMkLst>
            <pc:docMk/>
            <pc:sldMk cId="2799581354" sldId="275"/>
            <ac:picMk id="7" creationId="{E7E248FC-8D93-26B7-B423-8B95CD1BC033}"/>
          </ac:picMkLst>
        </pc:picChg>
      </pc:sldChg>
      <pc:sldChg chg="addSp delSp modSp new mod">
        <pc:chgData name="Jacob Roth" userId="d8af94f3ea5d8608" providerId="LiveId" clId="{C000EF1C-6F34-565D-B593-10F9127A957C}" dt="2025-11-17T21:33:44.015" v="1748" actId="1076"/>
        <pc:sldMkLst>
          <pc:docMk/>
          <pc:sldMk cId="2318737767" sldId="279"/>
        </pc:sldMkLst>
        <pc:spChg chg="mod">
          <ac:chgData name="Jacob Roth" userId="d8af94f3ea5d8608" providerId="LiveId" clId="{C000EF1C-6F34-565D-B593-10F9127A957C}" dt="2025-11-17T21:26:17.305" v="1691" actId="20577"/>
          <ac:spMkLst>
            <pc:docMk/>
            <pc:sldMk cId="2318737767" sldId="279"/>
            <ac:spMk id="2" creationId="{25DE849A-489E-EDE6-251A-8DB4A7303DEB}"/>
          </ac:spMkLst>
        </pc:spChg>
        <pc:picChg chg="add mod">
          <ac:chgData name="Jacob Roth" userId="d8af94f3ea5d8608" providerId="LiveId" clId="{C000EF1C-6F34-565D-B593-10F9127A957C}" dt="2025-11-17T21:33:44.015" v="1748" actId="1076"/>
          <ac:picMkLst>
            <pc:docMk/>
            <pc:sldMk cId="2318737767" sldId="279"/>
            <ac:picMk id="6" creationId="{8C119D5A-447C-67E7-4445-AA2ACF97FE03}"/>
          </ac:picMkLst>
        </pc:picChg>
      </pc:sldChg>
      <pc:sldChg chg="addSp delSp modSp add mod delAnim modAnim">
        <pc:chgData name="Jacob Roth" userId="d8af94f3ea5d8608" providerId="LiveId" clId="{C000EF1C-6F34-565D-B593-10F9127A957C}" dt="2025-11-18T20:14:09.079" v="2688"/>
        <pc:sldMkLst>
          <pc:docMk/>
          <pc:sldMk cId="2304490754" sldId="280"/>
        </pc:sldMkLst>
        <pc:spChg chg="add del mod">
          <ac:chgData name="Jacob Roth" userId="d8af94f3ea5d8608" providerId="LiveId" clId="{C000EF1C-6F34-565D-B593-10F9127A957C}" dt="2025-11-18T20:03:14.644" v="2659" actId="478"/>
          <ac:spMkLst>
            <pc:docMk/>
            <pc:sldMk cId="2304490754" sldId="280"/>
            <ac:spMk id="4" creationId="{3A1979B9-AB4F-737D-272A-DEACAAA86E50}"/>
          </ac:spMkLst>
        </pc:spChg>
        <pc:spChg chg="mod">
          <ac:chgData name="Jacob Roth" userId="d8af94f3ea5d8608" providerId="LiveId" clId="{C000EF1C-6F34-565D-B593-10F9127A957C}" dt="2025-11-18T20:03:10.367" v="2658" actId="20577"/>
          <ac:spMkLst>
            <pc:docMk/>
            <pc:sldMk cId="2304490754" sldId="280"/>
            <ac:spMk id="6" creationId="{C0EB6196-78C6-5508-FDA1-2A83FB6B6FB7}"/>
          </ac:spMkLst>
        </pc:spChg>
        <pc:picChg chg="del mod">
          <ac:chgData name="Jacob Roth" userId="d8af94f3ea5d8608" providerId="LiveId" clId="{C000EF1C-6F34-565D-B593-10F9127A957C}" dt="2025-11-18T20:13:47.586" v="2680" actId="478"/>
          <ac:picMkLst>
            <pc:docMk/>
            <pc:sldMk cId="2304490754" sldId="280"/>
            <ac:picMk id="2" creationId="{472E63DE-20AA-5613-92E6-CB978442FE88}"/>
          </ac:picMkLst>
        </pc:picChg>
        <pc:picChg chg="add mod">
          <ac:chgData name="Jacob Roth" userId="d8af94f3ea5d8608" providerId="LiveId" clId="{C000EF1C-6F34-565D-B593-10F9127A957C}" dt="2025-11-18T20:05:56.454" v="2662" actId="1076"/>
          <ac:picMkLst>
            <pc:docMk/>
            <pc:sldMk cId="2304490754" sldId="280"/>
            <ac:picMk id="5" creationId="{A3E4F0A3-FA7C-1658-BCEF-275892ADC40C}"/>
          </ac:picMkLst>
        </pc:picChg>
        <pc:picChg chg="add mod">
          <ac:chgData name="Jacob Roth" userId="d8af94f3ea5d8608" providerId="LiveId" clId="{C000EF1C-6F34-565D-B593-10F9127A957C}" dt="2025-11-18T20:12:51.723" v="2672" actId="1076"/>
          <ac:picMkLst>
            <pc:docMk/>
            <pc:sldMk cId="2304490754" sldId="280"/>
            <ac:picMk id="9" creationId="{ADE54A2F-7143-4CDD-764D-3C7F0E0AD1BB}"/>
          </ac:picMkLst>
        </pc:picChg>
        <pc:picChg chg="add mod">
          <ac:chgData name="Jacob Roth" userId="d8af94f3ea5d8608" providerId="LiveId" clId="{C000EF1C-6F34-565D-B593-10F9127A957C}" dt="2025-11-18T20:14:05" v="2686" actId="1076"/>
          <ac:picMkLst>
            <pc:docMk/>
            <pc:sldMk cId="2304490754" sldId="280"/>
            <ac:picMk id="10" creationId="{7EA33D0F-C6AA-DD5D-628D-D393E8D8FB77}"/>
          </ac:picMkLst>
        </pc:picChg>
      </pc:sldChg>
      <pc:sldChg chg="addSp delSp modSp new mod modClrScheme modAnim chgLayout">
        <pc:chgData name="Jacob Roth" userId="d8af94f3ea5d8608" providerId="LiveId" clId="{C000EF1C-6F34-565D-B593-10F9127A957C}" dt="2025-11-18T20:17:53.483" v="2774"/>
        <pc:sldMkLst>
          <pc:docMk/>
          <pc:sldMk cId="2444396800" sldId="281"/>
        </pc:sldMkLst>
        <pc:spChg chg="add mod ord">
          <ac:chgData name="Jacob Roth" userId="d8af94f3ea5d8608" providerId="LiveId" clId="{C000EF1C-6F34-565D-B593-10F9127A957C}" dt="2025-11-18T20:17:35.835" v="2769" actId="21"/>
          <ac:spMkLst>
            <pc:docMk/>
            <pc:sldMk cId="2444396800" sldId="281"/>
            <ac:spMk id="4" creationId="{6C7352C2-4E36-EAB1-8F21-1348384E81B8}"/>
          </ac:spMkLst>
        </pc:spChg>
        <pc:spChg chg="add del mod ord">
          <ac:chgData name="Jacob Roth" userId="d8af94f3ea5d8608" providerId="LiveId" clId="{C000EF1C-6F34-565D-B593-10F9127A957C}" dt="2025-11-18T20:17:45.125" v="2773" actId="122"/>
          <ac:spMkLst>
            <pc:docMk/>
            <pc:sldMk cId="2444396800" sldId="281"/>
            <ac:spMk id="5" creationId="{D0192035-4A29-531C-1D8F-940A3CFDDF0C}"/>
          </ac:spMkLst>
        </pc:spChg>
        <pc:picChg chg="add mod">
          <ac:chgData name="Jacob Roth" userId="d8af94f3ea5d8608" providerId="LiveId" clId="{C000EF1C-6F34-565D-B593-10F9127A957C}" dt="2025-11-18T20:17:32.391" v="2767" actId="1076"/>
          <ac:picMkLst>
            <pc:docMk/>
            <pc:sldMk cId="2444396800" sldId="281"/>
            <ac:picMk id="2" creationId="{42154059-73B5-FB46-D5AC-56C9A19CEF9F}"/>
          </ac:picMkLst>
        </pc:picChg>
      </pc:sldChg>
      <pc:sldChg chg="addSp delSp modSp new del mod modClrScheme chgLayout">
        <pc:chgData name="Jacob Roth" userId="d8af94f3ea5d8608" providerId="LiveId" clId="{C000EF1C-6F34-565D-B593-10F9127A957C}" dt="2025-11-18T20:35:46.001" v="3078" actId="2696"/>
        <pc:sldMkLst>
          <pc:docMk/>
          <pc:sldMk cId="2048037354" sldId="282"/>
        </pc:sldMkLst>
        <pc:spChg chg="add del mod ord">
          <ac:chgData name="Jacob Roth" userId="d8af94f3ea5d8608" providerId="LiveId" clId="{C000EF1C-6F34-565D-B593-10F9127A957C}" dt="2025-11-18T20:18:01.590" v="2776" actId="478"/>
          <ac:spMkLst>
            <pc:docMk/>
            <pc:sldMk cId="2048037354" sldId="282"/>
            <ac:spMk id="4" creationId="{817469F6-5B34-5ADE-EE43-78F92B51C947}"/>
          </ac:spMkLst>
        </pc:spChg>
        <pc:picChg chg="add del mod">
          <ac:chgData name="Jacob Roth" userId="d8af94f3ea5d8608" providerId="LiveId" clId="{C000EF1C-6F34-565D-B593-10F9127A957C}" dt="2025-11-18T20:18:02.768" v="2777" actId="21"/>
          <ac:picMkLst>
            <pc:docMk/>
            <pc:sldMk cId="2048037354" sldId="282"/>
            <ac:picMk id="2" creationId="{2F2A5AE3-DF04-E5A4-3EC0-954A9C9143FF}"/>
          </ac:picMkLst>
        </pc:picChg>
      </pc:sldChg>
      <pc:sldChg chg="addSp delSp modSp add mod delAnim modAnim">
        <pc:chgData name="Jacob Roth" userId="d8af94f3ea5d8608" providerId="LiveId" clId="{C000EF1C-6F34-565D-B593-10F9127A957C}" dt="2025-11-18T20:02:40.532" v="2657"/>
        <pc:sldMkLst>
          <pc:docMk/>
          <pc:sldMk cId="1692844128" sldId="283"/>
        </pc:sldMkLst>
        <pc:spChg chg="add del mod">
          <ac:chgData name="Jacob Roth" userId="d8af94f3ea5d8608" providerId="LiveId" clId="{C000EF1C-6F34-565D-B593-10F9127A957C}" dt="2025-11-18T19:55:18.330" v="2610" actId="20577"/>
          <ac:spMkLst>
            <pc:docMk/>
            <pc:sldMk cId="1692844128" sldId="283"/>
            <ac:spMk id="2" creationId="{25C9FC51-4834-E64C-58BB-87137A95F1AA}"/>
          </ac:spMkLst>
        </pc:spChg>
        <pc:spChg chg="add del mod">
          <ac:chgData name="Jacob Roth" userId="d8af94f3ea5d8608" providerId="LiveId" clId="{C000EF1C-6F34-565D-B593-10F9127A957C}" dt="2025-11-18T19:55:36.521" v="2611" actId="478"/>
          <ac:spMkLst>
            <pc:docMk/>
            <pc:sldMk cId="1692844128" sldId="283"/>
            <ac:spMk id="10" creationId="{DDC5179A-9D59-EC19-0372-09826B2A3635}"/>
          </ac:spMkLst>
        </pc:spChg>
        <pc:spChg chg="add del mod">
          <ac:chgData name="Jacob Roth" userId="d8af94f3ea5d8608" providerId="LiveId" clId="{C000EF1C-6F34-565D-B593-10F9127A957C}" dt="2025-11-18T20:01:53.442" v="2628" actId="478"/>
          <ac:spMkLst>
            <pc:docMk/>
            <pc:sldMk cId="1692844128" sldId="283"/>
            <ac:spMk id="12" creationId="{F3922A57-6223-512B-CAFA-CC234297E325}"/>
          </ac:spMkLst>
        </pc:spChg>
        <pc:spChg chg="add mod">
          <ac:chgData name="Jacob Roth" userId="d8af94f3ea5d8608" providerId="LiveId" clId="{C000EF1C-6F34-565D-B593-10F9127A957C}" dt="2025-11-18T20:02:34.438" v="2656" actId="20577"/>
          <ac:spMkLst>
            <pc:docMk/>
            <pc:sldMk cId="1692844128" sldId="283"/>
            <ac:spMk id="13" creationId="{D37C3B3D-927D-D9CE-1195-6267AAB4EA28}"/>
          </ac:spMkLst>
        </pc:spChg>
        <pc:picChg chg="add mod">
          <ac:chgData name="Jacob Roth" userId="d8af94f3ea5d8608" providerId="LiveId" clId="{C000EF1C-6F34-565D-B593-10F9127A957C}" dt="2025-11-18T20:01:44.546" v="2626" actId="1076"/>
          <ac:picMkLst>
            <pc:docMk/>
            <pc:sldMk cId="1692844128" sldId="283"/>
            <ac:picMk id="9" creationId="{E88C530B-9FF2-D006-C454-6ACAEB2001BF}"/>
          </ac:picMkLst>
        </pc:picChg>
        <pc:picChg chg="add del mod">
          <ac:chgData name="Jacob Roth" userId="d8af94f3ea5d8608" providerId="LiveId" clId="{C000EF1C-6F34-565D-B593-10F9127A957C}" dt="2025-11-18T20:01:42.555" v="2625" actId="478"/>
          <ac:picMkLst>
            <pc:docMk/>
            <pc:sldMk cId="1692844128" sldId="283"/>
            <ac:picMk id="11" creationId="{BC275148-D7B1-CC2B-B607-CEE0BBBE636D}"/>
          </ac:picMkLst>
        </pc:picChg>
      </pc:sldChg>
      <pc:sldChg chg="addSp delSp modSp new mod">
        <pc:chgData name="Jacob Roth" userId="d8af94f3ea5d8608" providerId="LiveId" clId="{C000EF1C-6F34-565D-B593-10F9127A957C}" dt="2025-11-19T02:41:18.836" v="3507" actId="20577"/>
        <pc:sldMkLst>
          <pc:docMk/>
          <pc:sldMk cId="2948556446" sldId="284"/>
        </pc:sldMkLst>
        <pc:spChg chg="mod">
          <ac:chgData name="Jacob Roth" userId="d8af94f3ea5d8608" providerId="LiveId" clId="{C000EF1C-6F34-565D-B593-10F9127A957C}" dt="2025-11-19T02:41:18.836" v="3507" actId="20577"/>
          <ac:spMkLst>
            <pc:docMk/>
            <pc:sldMk cId="2948556446" sldId="284"/>
            <ac:spMk id="2" creationId="{3BA8A57A-D68B-D857-E185-7FDB08FE9EFE}"/>
          </ac:spMkLst>
        </pc:spChg>
        <pc:spChg chg="add mod">
          <ac:chgData name="Jacob Roth" userId="d8af94f3ea5d8608" providerId="LiveId" clId="{C000EF1C-6F34-565D-B593-10F9127A957C}" dt="2025-11-19T02:40:24.093" v="3383" actId="20577"/>
          <ac:spMkLst>
            <pc:docMk/>
            <pc:sldMk cId="2948556446" sldId="284"/>
            <ac:spMk id="4" creationId="{241A4ABB-806B-748D-D0DD-8C0EB4784960}"/>
          </ac:spMkLst>
        </pc:spChg>
        <pc:spChg chg="add del">
          <ac:chgData name="Jacob Roth" userId="d8af94f3ea5d8608" providerId="LiveId" clId="{C000EF1C-6F34-565D-B593-10F9127A957C}" dt="2025-11-19T02:40:02.722" v="3378" actId="22"/>
          <ac:spMkLst>
            <pc:docMk/>
            <pc:sldMk cId="2948556446" sldId="284"/>
            <ac:spMk id="8" creationId="{BFAE10F6-3F22-446D-08DD-95524C2FD7E9}"/>
          </ac:spMkLst>
        </pc:spChg>
        <pc:graphicFrameChg chg="add mod">
          <ac:chgData name="Jacob Roth" userId="d8af94f3ea5d8608" providerId="LiveId" clId="{C000EF1C-6F34-565D-B593-10F9127A957C}" dt="2025-11-18T20:16:21.020" v="2702"/>
          <ac:graphicFrameMkLst>
            <pc:docMk/>
            <pc:sldMk cId="2948556446" sldId="284"/>
            <ac:graphicFrameMk id="6" creationId="{257150E8-1292-96DC-A033-A775646C9C21}"/>
          </ac:graphicFrameMkLst>
        </pc:graphicFrameChg>
        <pc:picChg chg="add del mod">
          <ac:chgData name="Jacob Roth" userId="d8af94f3ea5d8608" providerId="LiveId" clId="{C000EF1C-6F34-565D-B593-10F9127A957C}" dt="2025-11-19T02:38:36.513" v="3360" actId="21"/>
          <ac:picMkLst>
            <pc:docMk/>
            <pc:sldMk cId="2948556446" sldId="284"/>
            <ac:picMk id="5" creationId="{EBA1FBCB-12EB-0A17-7B8A-E802FAB22FDF}"/>
          </ac:picMkLst>
        </pc:picChg>
      </pc:sldChg>
      <pc:sldChg chg="modSp new mod">
        <pc:chgData name="Jacob Roth" userId="d8af94f3ea5d8608" providerId="LiveId" clId="{C000EF1C-6F34-565D-B593-10F9127A957C}" dt="2025-11-17T21:47:05.696" v="2118" actId="5793"/>
        <pc:sldMkLst>
          <pc:docMk/>
          <pc:sldMk cId="265106174" sldId="285"/>
        </pc:sldMkLst>
        <pc:spChg chg="mod">
          <ac:chgData name="Jacob Roth" userId="d8af94f3ea5d8608" providerId="LiveId" clId="{C000EF1C-6F34-565D-B593-10F9127A957C}" dt="2025-11-17T21:47:05.696" v="2118" actId="5793"/>
          <ac:spMkLst>
            <pc:docMk/>
            <pc:sldMk cId="265106174" sldId="285"/>
            <ac:spMk id="2" creationId="{BF7BAC4A-6991-5A5D-4B43-3778BA1E6870}"/>
          </ac:spMkLst>
        </pc:spChg>
      </pc:sldChg>
      <pc:sldChg chg="modSp new mod modShow">
        <pc:chgData name="Jacob Roth" userId="d8af94f3ea5d8608" providerId="LiveId" clId="{C000EF1C-6F34-565D-B593-10F9127A957C}" dt="2025-11-19T04:26:54.093" v="3828" actId="729"/>
        <pc:sldMkLst>
          <pc:docMk/>
          <pc:sldMk cId="940456033" sldId="286"/>
        </pc:sldMkLst>
        <pc:spChg chg="mod">
          <ac:chgData name="Jacob Roth" userId="d8af94f3ea5d8608" providerId="LiveId" clId="{C000EF1C-6F34-565D-B593-10F9127A957C}" dt="2025-11-17T21:47:17.538" v="2145" actId="20577"/>
          <ac:spMkLst>
            <pc:docMk/>
            <pc:sldMk cId="940456033" sldId="286"/>
            <ac:spMk id="2" creationId="{B2BE6C13-B01A-245C-1891-F248BB0C6D26}"/>
          </ac:spMkLst>
        </pc:spChg>
        <pc:spChg chg="mod">
          <ac:chgData name="Jacob Roth" userId="d8af94f3ea5d8608" providerId="LiveId" clId="{C000EF1C-6F34-565D-B593-10F9127A957C}" dt="2025-11-17T21:48:17.017" v="2252" actId="20577"/>
          <ac:spMkLst>
            <pc:docMk/>
            <pc:sldMk cId="940456033" sldId="286"/>
            <ac:spMk id="3" creationId="{577A608A-5C7E-7158-2C03-674C28C4379A}"/>
          </ac:spMkLst>
        </pc:spChg>
      </pc:sldChg>
      <pc:sldChg chg="addSp delSp modSp add mod delAnim modAnim">
        <pc:chgData name="Jacob Roth" userId="d8af94f3ea5d8608" providerId="LiveId" clId="{C000EF1C-6F34-565D-B593-10F9127A957C}" dt="2025-11-19T04:27:19.036" v="3830" actId="20577"/>
        <pc:sldMkLst>
          <pc:docMk/>
          <pc:sldMk cId="3197332362" sldId="287"/>
        </pc:sldMkLst>
        <pc:spChg chg="mod">
          <ac:chgData name="Jacob Roth" userId="d8af94f3ea5d8608" providerId="LiveId" clId="{C000EF1C-6F34-565D-B593-10F9127A957C}" dt="2025-11-19T04:27:19.036" v="3830" actId="20577"/>
          <ac:spMkLst>
            <pc:docMk/>
            <pc:sldMk cId="3197332362" sldId="287"/>
            <ac:spMk id="4" creationId="{6E270CA2-748B-4EC0-A989-27F51CACD2BA}"/>
          </ac:spMkLst>
        </pc:spChg>
        <pc:spChg chg="mod">
          <ac:chgData name="Jacob Roth" userId="d8af94f3ea5d8608" providerId="LiveId" clId="{C000EF1C-6F34-565D-B593-10F9127A957C}" dt="2025-11-18T20:39:08.767" v="3233" actId="20577"/>
          <ac:spMkLst>
            <pc:docMk/>
            <pc:sldMk cId="3197332362" sldId="287"/>
            <ac:spMk id="5" creationId="{FB506180-7608-F4AA-F074-0BC8348D5405}"/>
          </ac:spMkLst>
        </pc:spChg>
        <pc:picChg chg="del">
          <ac:chgData name="Jacob Roth" userId="d8af94f3ea5d8608" providerId="LiveId" clId="{C000EF1C-6F34-565D-B593-10F9127A957C}" dt="2025-11-18T20:18:04.540" v="2778" actId="478"/>
          <ac:picMkLst>
            <pc:docMk/>
            <pc:sldMk cId="3197332362" sldId="287"/>
            <ac:picMk id="2" creationId="{A7508C3F-976B-DC97-4DF9-EFB345EED02C}"/>
          </ac:picMkLst>
        </pc:picChg>
        <pc:picChg chg="add del mod">
          <ac:chgData name="Jacob Roth" userId="d8af94f3ea5d8608" providerId="LiveId" clId="{C000EF1C-6F34-565D-B593-10F9127A957C}" dt="2025-11-18T20:39:51.635" v="3234" actId="478"/>
          <ac:picMkLst>
            <pc:docMk/>
            <pc:sldMk cId="3197332362" sldId="287"/>
            <ac:picMk id="3" creationId="{A8F4B08C-4350-E75A-6584-AC5ABB06C911}"/>
          </ac:picMkLst>
        </pc:picChg>
        <pc:picChg chg="add mod">
          <ac:chgData name="Jacob Roth" userId="d8af94f3ea5d8608" providerId="LiveId" clId="{C000EF1C-6F34-565D-B593-10F9127A957C}" dt="2025-11-18T20:39:54.742" v="3237" actId="1076"/>
          <ac:picMkLst>
            <pc:docMk/>
            <pc:sldMk cId="3197332362" sldId="287"/>
            <ac:picMk id="6" creationId="{71AA2677-EF5E-6B6B-BB2C-C77A84D81BDC}"/>
          </ac:picMkLst>
        </pc:picChg>
      </pc:sldChg>
      <pc:sldChg chg="modSp add ord modAnim">
        <pc:chgData name="Jacob Roth" userId="d8af94f3ea5d8608" providerId="LiveId" clId="{C000EF1C-6F34-565D-B593-10F9127A957C}" dt="2025-11-19T04:32:53.717" v="3906" actId="20577"/>
        <pc:sldMkLst>
          <pc:docMk/>
          <pc:sldMk cId="1712842595" sldId="288"/>
        </pc:sldMkLst>
        <pc:spChg chg="mod">
          <ac:chgData name="Jacob Roth" userId="d8af94f3ea5d8608" providerId="LiveId" clId="{C000EF1C-6F34-565D-B593-10F9127A957C}" dt="2025-11-19T04:32:53.717" v="3906" actId="20577"/>
          <ac:spMkLst>
            <pc:docMk/>
            <pc:sldMk cId="1712842595" sldId="288"/>
            <ac:spMk id="2" creationId="{02475E08-D592-3524-B136-98BA375C2D13}"/>
          </ac:spMkLst>
        </pc:spChg>
      </pc:sldChg>
      <pc:sldChg chg="addSp delSp modSp add mod modClrScheme chgLayout modNotesTx">
        <pc:chgData name="Jacob Roth" userId="d8af94f3ea5d8608" providerId="LiveId" clId="{C000EF1C-6F34-565D-B593-10F9127A957C}" dt="2025-11-19T02:41:41.145" v="3540" actId="13926"/>
        <pc:sldMkLst>
          <pc:docMk/>
          <pc:sldMk cId="3881082833" sldId="289"/>
        </pc:sldMkLst>
        <pc:spChg chg="del mod ord">
          <ac:chgData name="Jacob Roth" userId="d8af94f3ea5d8608" providerId="LiveId" clId="{C000EF1C-6F34-565D-B593-10F9127A957C}" dt="2025-11-19T02:35:36.005" v="3346" actId="700"/>
          <ac:spMkLst>
            <pc:docMk/>
            <pc:sldMk cId="3881082833" sldId="289"/>
            <ac:spMk id="2" creationId="{683C810F-EB36-B37B-09FE-89D11E1CEE90}"/>
          </ac:spMkLst>
        </pc:spChg>
        <pc:spChg chg="mod ord">
          <ac:chgData name="Jacob Roth" userId="d8af94f3ea5d8608" providerId="LiveId" clId="{C000EF1C-6F34-565D-B593-10F9127A957C}" dt="2025-11-19T02:40:27.290" v="3384" actId="20577"/>
          <ac:spMkLst>
            <pc:docMk/>
            <pc:sldMk cId="3881082833" sldId="289"/>
            <ac:spMk id="3" creationId="{315CE1C3-4483-79ED-49BE-DCE16CA9FDB9}"/>
          </ac:spMkLst>
        </pc:spChg>
        <pc:spChg chg="mod ord">
          <ac:chgData name="Jacob Roth" userId="d8af94f3ea5d8608" providerId="LiveId" clId="{C000EF1C-6F34-565D-B593-10F9127A957C}" dt="2025-11-19T02:41:41.145" v="3540" actId="13926"/>
          <ac:spMkLst>
            <pc:docMk/>
            <pc:sldMk cId="3881082833" sldId="289"/>
            <ac:spMk id="4" creationId="{AF466CDF-1635-594A-3A5B-4817D56976BB}"/>
          </ac:spMkLst>
        </pc:spChg>
        <pc:graphicFrameChg chg="add mod">
          <ac:chgData name="Jacob Roth" userId="d8af94f3ea5d8608" providerId="LiveId" clId="{C000EF1C-6F34-565D-B593-10F9127A957C}" dt="2025-11-19T02:39:20.773" v="3371"/>
          <ac:graphicFrameMkLst>
            <pc:docMk/>
            <pc:sldMk cId="3881082833" sldId="289"/>
            <ac:graphicFrameMk id="6" creationId="{5F08A492-BF4E-3799-3E14-597B3846CA03}"/>
          </ac:graphicFrameMkLst>
        </pc:graphicFrameChg>
        <pc:picChg chg="add mod">
          <ac:chgData name="Jacob Roth" userId="d8af94f3ea5d8608" providerId="LiveId" clId="{C000EF1C-6F34-565D-B593-10F9127A957C}" dt="2025-11-19T02:39:38.382" v="3375" actId="1076"/>
          <ac:picMkLst>
            <pc:docMk/>
            <pc:sldMk cId="3881082833" sldId="289"/>
            <ac:picMk id="5" creationId="{5595C891-F62A-51BE-A7AC-ABA2307FCAEE}"/>
          </ac:picMkLst>
        </pc:picChg>
      </pc:sldChg>
      <pc:sldChg chg="modSp new mod">
        <pc:chgData name="Jacob Roth" userId="d8af94f3ea5d8608" providerId="LiveId" clId="{C000EF1C-6F34-565D-B593-10F9127A957C}" dt="2025-11-19T04:36:56.717" v="3959" actId="403"/>
        <pc:sldMkLst>
          <pc:docMk/>
          <pc:sldMk cId="3424388414" sldId="290"/>
        </pc:sldMkLst>
        <pc:spChg chg="mod">
          <ac:chgData name="Jacob Roth" userId="d8af94f3ea5d8608" providerId="LiveId" clId="{C000EF1C-6F34-565D-B593-10F9127A957C}" dt="2025-11-19T04:36:34.517" v="3918" actId="21"/>
          <ac:spMkLst>
            <pc:docMk/>
            <pc:sldMk cId="3424388414" sldId="290"/>
            <ac:spMk id="2" creationId="{DBAE38F4-6297-1314-3B2F-07F522CD9F41}"/>
          </ac:spMkLst>
        </pc:spChg>
        <pc:spChg chg="mod">
          <ac:chgData name="Jacob Roth" userId="d8af94f3ea5d8608" providerId="LiveId" clId="{C000EF1C-6F34-565D-B593-10F9127A957C}" dt="2025-11-19T04:36:56.717" v="3959" actId="403"/>
          <ac:spMkLst>
            <pc:docMk/>
            <pc:sldMk cId="3424388414" sldId="290"/>
            <ac:spMk id="3" creationId="{DA07E326-30F5-8372-D103-75386CAF949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2"/>
            <a:ext cx="2971800" cy="458788"/>
          </a:xfrm>
          <a:prstGeom prst="rect">
            <a:avLst/>
          </a:prstGeom>
        </p:spPr>
        <p:txBody>
          <a:bodyPr vert="horz" lIns="91440" tIns="45720" rIns="91440" bIns="45720" rtlCol="0"/>
          <a:lstStyle>
            <a:lvl1pPr algn="r">
              <a:defRPr sz="1200"/>
            </a:lvl1pPr>
          </a:lstStyle>
          <a:p>
            <a:fld id="{0AC7E0B1-136B-CD43-8FA9-5088586E9C55}" type="datetimeFigureOut">
              <a:rPr lang="en-US" smtClean="0"/>
              <a:t>11/14/25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48BED0-C564-F040-AE4F-AFC1FB2553B5}" type="slidenum">
              <a:rPr lang="en-US" smtClean="0"/>
              <a:t>‹#›</a:t>
            </a:fld>
            <a:endParaRPr lang="en-US"/>
          </a:p>
        </p:txBody>
      </p:sp>
    </p:spTree>
    <p:extLst>
      <p:ext uri="{BB962C8B-B14F-4D97-AF65-F5344CB8AC3E}">
        <p14:creationId xmlns:p14="http://schemas.microsoft.com/office/powerpoint/2010/main" val="316935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we’ll talk about at the end, </a:t>
            </a:r>
          </a:p>
        </p:txBody>
      </p:sp>
      <p:sp>
        <p:nvSpPr>
          <p:cNvPr id="4" name="Slide Number Placeholder 3"/>
          <p:cNvSpPr>
            <a:spLocks noGrp="1"/>
          </p:cNvSpPr>
          <p:nvPr>
            <p:ph type="sldNum" sz="quarter" idx="5"/>
          </p:nvPr>
        </p:nvSpPr>
        <p:spPr/>
        <p:txBody>
          <a:bodyPr/>
          <a:lstStyle/>
          <a:p>
            <a:fld id="{8448BED0-C564-F040-AE4F-AFC1FB2553B5}" type="slidenum">
              <a:rPr lang="en-US" smtClean="0"/>
              <a:t>10</a:t>
            </a:fld>
            <a:endParaRPr lang="en-US"/>
          </a:p>
        </p:txBody>
      </p:sp>
    </p:spTree>
    <p:extLst>
      <p:ext uri="{BB962C8B-B14F-4D97-AF65-F5344CB8AC3E}">
        <p14:creationId xmlns:p14="http://schemas.microsoft.com/office/powerpoint/2010/main" val="1640462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JSRe0293-T_Enzymatic_NB06-000_DotBlotForHistone-Rme-AntibodyValidation</a:t>
            </a:r>
          </a:p>
        </p:txBody>
      </p:sp>
      <p:sp>
        <p:nvSpPr>
          <p:cNvPr id="4" name="Slide Number Placeholder 3"/>
          <p:cNvSpPr>
            <a:spLocks noGrp="1"/>
          </p:cNvSpPr>
          <p:nvPr>
            <p:ph type="sldNum" sz="quarter" idx="5"/>
          </p:nvPr>
        </p:nvSpPr>
        <p:spPr/>
        <p:txBody>
          <a:bodyPr/>
          <a:lstStyle/>
          <a:p>
            <a:fld id="{8448BED0-C564-F040-AE4F-AFC1FB2553B5}" type="slidenum">
              <a:rPr lang="en-US" smtClean="0"/>
              <a:t>12</a:t>
            </a:fld>
            <a:endParaRPr lang="en-US"/>
          </a:p>
        </p:txBody>
      </p:sp>
    </p:spTree>
    <p:extLst>
      <p:ext uri="{BB962C8B-B14F-4D97-AF65-F5344CB8AC3E}">
        <p14:creationId xmlns:p14="http://schemas.microsoft.com/office/powerpoint/2010/main" val="42154269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48BED0-C564-F040-AE4F-AFC1FB2553B5}" type="slidenum">
              <a:rPr lang="en-US" smtClean="0"/>
              <a:t>13</a:t>
            </a:fld>
            <a:endParaRPr lang="en-US"/>
          </a:p>
        </p:txBody>
      </p:sp>
    </p:spTree>
    <p:extLst>
      <p:ext uri="{BB962C8B-B14F-4D97-AF65-F5344CB8AC3E}">
        <p14:creationId xmlns:p14="http://schemas.microsoft.com/office/powerpoint/2010/main" val="2526013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34D5C-D148-FB9F-FF5D-FF03204882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EA30D-2E03-7E2C-F7D5-40419FD3DF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1C318F-88C6-742C-6A82-9D67580513F8}"/>
              </a:ext>
            </a:extLst>
          </p:cNvPr>
          <p:cNvSpPr>
            <a:spLocks noGrp="1"/>
          </p:cNvSpPr>
          <p:nvPr>
            <p:ph type="body" idx="1"/>
          </p:nvPr>
        </p:nvSpPr>
        <p:spPr/>
        <p:txBody>
          <a:bodyPr/>
          <a:lstStyle/>
          <a:p>
            <a:r>
              <a:rPr lang="en-US" dirty="0"/>
              <a:t>Data long after doing the experiment	</a:t>
            </a:r>
            <a:r>
              <a:rPr lang="en-US" dirty="0">
                <a:sym typeface="Wingdings" pitchFamily="2" charset="2"/>
              </a:rPr>
              <a:t></a:t>
            </a:r>
            <a:r>
              <a:rPr lang="en-US" dirty="0"/>
              <a:t> more likely to make mistakes</a:t>
            </a:r>
          </a:p>
          <a:p>
            <a:r>
              <a:rPr lang="en-US" dirty="0"/>
              <a:t>Having a summary of an experiment will save you time, so much time.</a:t>
            </a:r>
          </a:p>
          <a:p>
            <a:endParaRPr lang="en-US" dirty="0"/>
          </a:p>
          <a:p>
            <a:r>
              <a:rPr lang="en-US" dirty="0"/>
              <a:t>Beware of data placeholders…</a:t>
            </a:r>
            <a:br>
              <a:rPr lang="en-US" dirty="0"/>
            </a:b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err="1">
                <a:solidFill>
                  <a:schemeClr val="tx1"/>
                </a:solidFill>
                <a:effectLst/>
                <a:latin typeface="+mn-lt"/>
                <a:ea typeface="+mn-ea"/>
                <a:cs typeface="+mn-cs"/>
              </a:rPr>
              <a:t>mkdir</a:t>
            </a:r>
            <a:r>
              <a:rPr lang="en-US" sz="1200" b="0" i="0" u="none" strike="noStrike" kern="1200" dirty="0">
                <a:solidFill>
                  <a:schemeClr val="tx1"/>
                </a:solidFill>
                <a:effectLst/>
                <a:latin typeface="+mn-lt"/>
                <a:ea typeface="+mn-ea"/>
                <a:cs typeface="+mn-cs"/>
              </a:rPr>
              <a:t> -p ~/OneDrive/</a:t>
            </a:r>
            <a:r>
              <a:rPr lang="en-US" sz="1200" b="0" i="0" u="none" strike="noStrike" kern="1200" dirty="0" err="1">
                <a:solidFill>
                  <a:schemeClr val="tx1"/>
                </a:solidFill>
                <a:effectLst/>
                <a:latin typeface="+mn-lt"/>
                <a:ea typeface="+mn-ea"/>
                <a:cs typeface="+mn-cs"/>
              </a:rPr>
              <a:t>RothJacob_PhDFiles</a:t>
            </a:r>
            <a:r>
              <a:rPr lang="en-US" sz="1200" b="0" i="0" u="none" strike="noStrike" kern="1200" dirty="0">
                <a:solidFill>
                  <a:schemeClr val="tx1"/>
                </a:solidFill>
                <a:effectLst/>
                <a:latin typeface="+mn-lt"/>
                <a:ea typeface="+mn-ea"/>
                <a:cs typeface="+mn-cs"/>
              </a:rPr>
              <a:t>/1-Projects/2-Experiments/JSRe0260-T_Cellular_NB06-051_WB-ForSolubleH3-H4-DetergentExtraction/{1-notes,2-data_raw,3-code,4-data_processed,5-figures}</a:t>
            </a:r>
            <a:r>
              <a:rPr lang="en-US" dirty="0">
                <a:effectLst/>
              </a:rPr>
              <a:t> </a:t>
            </a:r>
          </a:p>
          <a:p>
            <a:endParaRPr lang="en-US" dirty="0"/>
          </a:p>
        </p:txBody>
      </p:sp>
      <p:sp>
        <p:nvSpPr>
          <p:cNvPr id="4" name="Slide Number Placeholder 3">
            <a:extLst>
              <a:ext uri="{FF2B5EF4-FFF2-40B4-BE49-F238E27FC236}">
                <a16:creationId xmlns:a16="http://schemas.microsoft.com/office/drawing/2014/main" id="{1CD7DE05-DF59-B588-3B29-385AF6411DFC}"/>
              </a:ext>
            </a:extLst>
          </p:cNvPr>
          <p:cNvSpPr>
            <a:spLocks noGrp="1"/>
          </p:cNvSpPr>
          <p:nvPr>
            <p:ph type="sldNum" sz="quarter" idx="5"/>
          </p:nvPr>
        </p:nvSpPr>
        <p:spPr/>
        <p:txBody>
          <a:bodyPr/>
          <a:lstStyle/>
          <a:p>
            <a:fld id="{8448BED0-C564-F040-AE4F-AFC1FB2553B5}" type="slidenum">
              <a:rPr lang="en-US" smtClean="0"/>
              <a:t>14</a:t>
            </a:fld>
            <a:endParaRPr lang="en-US"/>
          </a:p>
        </p:txBody>
      </p:sp>
    </p:spTree>
    <p:extLst>
      <p:ext uri="{BB962C8B-B14F-4D97-AF65-F5344CB8AC3E}">
        <p14:creationId xmlns:p14="http://schemas.microsoft.com/office/powerpoint/2010/main" val="3634623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long after doing the experiment	</a:t>
            </a:r>
            <a:r>
              <a:rPr lang="en-US" dirty="0">
                <a:sym typeface="Wingdings" pitchFamily="2" charset="2"/>
              </a:rPr>
              <a:t></a:t>
            </a:r>
            <a:r>
              <a:rPr lang="en-US" dirty="0"/>
              <a:t> more likely to make mistakes</a:t>
            </a:r>
          </a:p>
          <a:p>
            <a:r>
              <a:rPr lang="en-US" dirty="0"/>
              <a:t>Having a summary of an experiment will save you time, so much time.</a:t>
            </a:r>
          </a:p>
          <a:p>
            <a:endParaRPr lang="en-US" dirty="0"/>
          </a:p>
          <a:p>
            <a:r>
              <a:rPr lang="en-US" dirty="0"/>
              <a:t>Beware of data placeholders…</a:t>
            </a:r>
            <a:br>
              <a:rPr lang="en-US" dirty="0"/>
            </a:br>
            <a:endParaRPr lang="en-US" dirty="0"/>
          </a:p>
        </p:txBody>
      </p:sp>
      <p:sp>
        <p:nvSpPr>
          <p:cNvPr id="4" name="Slide Number Placeholder 3"/>
          <p:cNvSpPr>
            <a:spLocks noGrp="1"/>
          </p:cNvSpPr>
          <p:nvPr>
            <p:ph type="sldNum" sz="quarter" idx="5"/>
          </p:nvPr>
        </p:nvSpPr>
        <p:spPr/>
        <p:txBody>
          <a:bodyPr/>
          <a:lstStyle/>
          <a:p>
            <a:fld id="{8448BED0-C564-F040-AE4F-AFC1FB2553B5}" type="slidenum">
              <a:rPr lang="en-US" smtClean="0"/>
              <a:t>22</a:t>
            </a:fld>
            <a:endParaRPr lang="en-US"/>
          </a:p>
        </p:txBody>
      </p:sp>
    </p:spTree>
    <p:extLst>
      <p:ext uri="{BB962C8B-B14F-4D97-AF65-F5344CB8AC3E}">
        <p14:creationId xmlns:p14="http://schemas.microsoft.com/office/powerpoint/2010/main" val="328371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develop a process, then you’re integrating organization and data preservation for the next person already – there isn’t an overwhelming transition at the end!</a:t>
            </a:r>
          </a:p>
        </p:txBody>
      </p:sp>
      <p:sp>
        <p:nvSpPr>
          <p:cNvPr id="4" name="Slide Number Placeholder 3"/>
          <p:cNvSpPr>
            <a:spLocks noGrp="1"/>
          </p:cNvSpPr>
          <p:nvPr>
            <p:ph type="sldNum" sz="quarter" idx="5"/>
          </p:nvPr>
        </p:nvSpPr>
        <p:spPr/>
        <p:txBody>
          <a:bodyPr/>
          <a:lstStyle/>
          <a:p>
            <a:fld id="{8448BED0-C564-F040-AE4F-AFC1FB2553B5}" type="slidenum">
              <a:rPr lang="en-US" smtClean="0"/>
              <a:t>23</a:t>
            </a:fld>
            <a:endParaRPr lang="en-US"/>
          </a:p>
        </p:txBody>
      </p:sp>
    </p:spTree>
    <p:extLst>
      <p:ext uri="{BB962C8B-B14F-4D97-AF65-F5344CB8AC3E}">
        <p14:creationId xmlns:p14="http://schemas.microsoft.com/office/powerpoint/2010/main" val="3139108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F584C-A5FE-16E2-3FDA-BB05764D26BE}"/>
              </a:ext>
            </a:extLst>
          </p:cNvPr>
          <p:cNvSpPr>
            <a:spLocks noGrp="1"/>
          </p:cNvSpPr>
          <p:nvPr>
            <p:ph type="ctrTitle"/>
          </p:nvPr>
        </p:nvSpPr>
        <p:spPr>
          <a:xfrm>
            <a:off x="581890" y="1122363"/>
            <a:ext cx="10771909"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4B8D97A-4CDD-5EB5-F458-A0F791D92BB2}"/>
              </a:ext>
            </a:extLst>
          </p:cNvPr>
          <p:cNvSpPr>
            <a:spLocks noGrp="1"/>
          </p:cNvSpPr>
          <p:nvPr>
            <p:ph type="subTitle" idx="1"/>
          </p:nvPr>
        </p:nvSpPr>
        <p:spPr>
          <a:xfrm>
            <a:off x="581889" y="3602038"/>
            <a:ext cx="1077190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CE3B1DB7-F711-E76D-6D49-E95E1FE409E5}"/>
              </a:ext>
            </a:extLst>
          </p:cNvPr>
          <p:cNvSpPr>
            <a:spLocks noGrp="1"/>
          </p:cNvSpPr>
          <p:nvPr>
            <p:ph type="dt" sz="half" idx="10"/>
          </p:nvPr>
        </p:nvSpPr>
        <p:spPr>
          <a:xfrm>
            <a:off x="581888" y="6356350"/>
            <a:ext cx="2999511" cy="365125"/>
          </a:xfrm>
        </p:spPr>
        <p:txBody>
          <a:bodyPr/>
          <a:lstStyle/>
          <a:p>
            <a:fld id="{F2DF074E-A21B-874C-ABD7-1261BFF8467F}" type="datetimeFigureOut">
              <a:rPr lang="en-US" smtClean="0"/>
              <a:t>11/14/25</a:t>
            </a:fld>
            <a:endParaRPr lang="en-US"/>
          </a:p>
        </p:txBody>
      </p:sp>
      <p:sp>
        <p:nvSpPr>
          <p:cNvPr id="5" name="Footer Placeholder 4">
            <a:extLst>
              <a:ext uri="{FF2B5EF4-FFF2-40B4-BE49-F238E27FC236}">
                <a16:creationId xmlns:a16="http://schemas.microsoft.com/office/drawing/2014/main" id="{8D7595B3-B694-038A-50F0-9C60FD12B2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AE08ED-1046-BFE2-4A43-5539C012847B}"/>
              </a:ext>
            </a:extLst>
          </p:cNvPr>
          <p:cNvSpPr>
            <a:spLocks noGrp="1"/>
          </p:cNvSpPr>
          <p:nvPr>
            <p:ph type="sldNum" sz="quarter" idx="12"/>
          </p:nvPr>
        </p:nvSpPr>
        <p:spPr/>
        <p:txBody>
          <a:bodyPr/>
          <a:lstStyle/>
          <a:p>
            <a:fld id="{E86CC0B8-83F3-A44B-B529-CAF4C17B3CEE}" type="slidenum">
              <a:rPr lang="en-US" smtClean="0"/>
              <a:t>‹#›</a:t>
            </a:fld>
            <a:endParaRPr lang="en-US"/>
          </a:p>
        </p:txBody>
      </p:sp>
    </p:spTree>
    <p:extLst>
      <p:ext uri="{BB962C8B-B14F-4D97-AF65-F5344CB8AC3E}">
        <p14:creationId xmlns:p14="http://schemas.microsoft.com/office/powerpoint/2010/main" val="2587761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507A0-ED6B-6604-5908-257C2CE4B7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E7CEE5-6133-CA80-4D0C-BEBA86B2DA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93C04D-A8B4-9BA5-6155-9306BE28BDF9}"/>
              </a:ext>
            </a:extLst>
          </p:cNvPr>
          <p:cNvSpPr>
            <a:spLocks noGrp="1"/>
          </p:cNvSpPr>
          <p:nvPr>
            <p:ph type="dt" sz="half" idx="10"/>
          </p:nvPr>
        </p:nvSpPr>
        <p:spPr/>
        <p:txBody>
          <a:bodyPr/>
          <a:lstStyle/>
          <a:p>
            <a:fld id="{F2DF074E-A21B-874C-ABD7-1261BFF8467F}" type="datetimeFigureOut">
              <a:rPr lang="en-US" smtClean="0"/>
              <a:t>11/14/25</a:t>
            </a:fld>
            <a:endParaRPr lang="en-US"/>
          </a:p>
        </p:txBody>
      </p:sp>
      <p:sp>
        <p:nvSpPr>
          <p:cNvPr id="5" name="Footer Placeholder 4">
            <a:extLst>
              <a:ext uri="{FF2B5EF4-FFF2-40B4-BE49-F238E27FC236}">
                <a16:creationId xmlns:a16="http://schemas.microsoft.com/office/drawing/2014/main" id="{5E65BBC5-5928-66D5-B5DA-A5B8337BF6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F4B1A8-A542-3499-FBC9-6A5C2D35E744}"/>
              </a:ext>
            </a:extLst>
          </p:cNvPr>
          <p:cNvSpPr>
            <a:spLocks noGrp="1"/>
          </p:cNvSpPr>
          <p:nvPr>
            <p:ph type="sldNum" sz="quarter" idx="12"/>
          </p:nvPr>
        </p:nvSpPr>
        <p:spPr/>
        <p:txBody>
          <a:bodyPr/>
          <a:lstStyle/>
          <a:p>
            <a:fld id="{E86CC0B8-83F3-A44B-B529-CAF4C17B3CEE}" type="slidenum">
              <a:rPr lang="en-US" smtClean="0"/>
              <a:t>‹#›</a:t>
            </a:fld>
            <a:endParaRPr lang="en-US"/>
          </a:p>
        </p:txBody>
      </p:sp>
    </p:spTree>
    <p:extLst>
      <p:ext uri="{BB962C8B-B14F-4D97-AF65-F5344CB8AC3E}">
        <p14:creationId xmlns:p14="http://schemas.microsoft.com/office/powerpoint/2010/main" val="40639972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537D3-97B5-E647-AB6B-46BE69449E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0C4E08-027D-A373-AC9F-0FABA54077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C00F79-75ED-5B17-F2CA-AD40F5678685}"/>
              </a:ext>
            </a:extLst>
          </p:cNvPr>
          <p:cNvSpPr>
            <a:spLocks noGrp="1"/>
          </p:cNvSpPr>
          <p:nvPr>
            <p:ph type="dt" sz="half" idx="10"/>
          </p:nvPr>
        </p:nvSpPr>
        <p:spPr/>
        <p:txBody>
          <a:bodyPr/>
          <a:lstStyle/>
          <a:p>
            <a:fld id="{F2DF074E-A21B-874C-ABD7-1261BFF8467F}" type="datetimeFigureOut">
              <a:rPr lang="en-US" smtClean="0"/>
              <a:t>11/14/25</a:t>
            </a:fld>
            <a:endParaRPr lang="en-US"/>
          </a:p>
        </p:txBody>
      </p:sp>
      <p:sp>
        <p:nvSpPr>
          <p:cNvPr id="5" name="Footer Placeholder 4">
            <a:extLst>
              <a:ext uri="{FF2B5EF4-FFF2-40B4-BE49-F238E27FC236}">
                <a16:creationId xmlns:a16="http://schemas.microsoft.com/office/drawing/2014/main" id="{36ED0C0D-7A17-1A28-88C8-3F9C05C335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23D04-8606-F5BF-3ABB-3D3B3675AD40}"/>
              </a:ext>
            </a:extLst>
          </p:cNvPr>
          <p:cNvSpPr>
            <a:spLocks noGrp="1"/>
          </p:cNvSpPr>
          <p:nvPr>
            <p:ph type="sldNum" sz="quarter" idx="12"/>
          </p:nvPr>
        </p:nvSpPr>
        <p:spPr/>
        <p:txBody>
          <a:bodyPr/>
          <a:lstStyle/>
          <a:p>
            <a:fld id="{E86CC0B8-83F3-A44B-B529-CAF4C17B3CEE}" type="slidenum">
              <a:rPr lang="en-US" smtClean="0"/>
              <a:t>‹#›</a:t>
            </a:fld>
            <a:endParaRPr lang="en-US"/>
          </a:p>
        </p:txBody>
      </p:sp>
    </p:spTree>
    <p:extLst>
      <p:ext uri="{BB962C8B-B14F-4D97-AF65-F5344CB8AC3E}">
        <p14:creationId xmlns:p14="http://schemas.microsoft.com/office/powerpoint/2010/main" val="11982965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JSR_Two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6245F-3820-FB70-9D9B-4C95A65A4CFC}"/>
              </a:ext>
            </a:extLst>
          </p:cNvPr>
          <p:cNvSpPr>
            <a:spLocks noGrp="1"/>
          </p:cNvSpPr>
          <p:nvPr>
            <p:ph type="title" hasCustomPrompt="1"/>
          </p:nvPr>
        </p:nvSpPr>
        <p:spPr>
          <a:xfrm>
            <a:off x="415636" y="136525"/>
            <a:ext cx="11312866" cy="861003"/>
          </a:xfrm>
        </p:spPr>
        <p:txBody>
          <a:bodyPr>
            <a:noAutofit/>
          </a:bodyPr>
          <a:lstStyle>
            <a:lvl1pPr>
              <a:defRPr sz="3200"/>
            </a:lvl1pPr>
          </a:lstStyle>
          <a:p>
            <a:r>
              <a:rPr lang="en-US" dirty="0"/>
              <a:t>Click to edit Master title style</a:t>
            </a:r>
            <a:br>
              <a:rPr lang="en-US" dirty="0"/>
            </a:br>
            <a:endParaRPr lang="en-US" dirty="0"/>
          </a:p>
        </p:txBody>
      </p:sp>
      <p:sp>
        <p:nvSpPr>
          <p:cNvPr id="3" name="Content Placeholder 2">
            <a:extLst>
              <a:ext uri="{FF2B5EF4-FFF2-40B4-BE49-F238E27FC236}">
                <a16:creationId xmlns:a16="http://schemas.microsoft.com/office/drawing/2014/main" id="{C9E832EC-1997-B1A3-D049-DAE60F81DA67}"/>
              </a:ext>
            </a:extLst>
          </p:cNvPr>
          <p:cNvSpPr>
            <a:spLocks noGrp="1"/>
          </p:cNvSpPr>
          <p:nvPr>
            <p:ph sz="half" idx="1"/>
          </p:nvPr>
        </p:nvSpPr>
        <p:spPr>
          <a:xfrm>
            <a:off x="415636" y="1178896"/>
            <a:ext cx="5556302" cy="4998067"/>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A69A93C-A430-6E4B-9881-CE4B576C653D}"/>
              </a:ext>
            </a:extLst>
          </p:cNvPr>
          <p:cNvSpPr>
            <a:spLocks noGrp="1"/>
          </p:cNvSpPr>
          <p:nvPr>
            <p:ph sz="half" idx="2"/>
          </p:nvPr>
        </p:nvSpPr>
        <p:spPr>
          <a:xfrm>
            <a:off x="6172200" y="1178896"/>
            <a:ext cx="5556302" cy="4998067"/>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6D67CCD0-74B0-84EC-2060-DB9300F32B7D}"/>
              </a:ext>
            </a:extLst>
          </p:cNvPr>
          <p:cNvSpPr>
            <a:spLocks noGrp="1"/>
          </p:cNvSpPr>
          <p:nvPr>
            <p:ph type="sldNum" sz="quarter" idx="12"/>
          </p:nvPr>
        </p:nvSpPr>
        <p:spPr>
          <a:xfrm>
            <a:off x="8610600" y="6356350"/>
            <a:ext cx="3117902" cy="365125"/>
          </a:xfrm>
        </p:spPr>
        <p:txBody>
          <a:bodyPr/>
          <a:lstStyle/>
          <a:p>
            <a:fld id="{E86CC0B8-83F3-A44B-B529-CAF4C17B3CEE}" type="slidenum">
              <a:rPr lang="en-US" smtClean="0"/>
              <a:t>‹#›</a:t>
            </a:fld>
            <a:endParaRPr lang="en-US"/>
          </a:p>
        </p:txBody>
      </p:sp>
    </p:spTree>
    <p:extLst>
      <p:ext uri="{BB962C8B-B14F-4D97-AF65-F5344CB8AC3E}">
        <p14:creationId xmlns:p14="http://schemas.microsoft.com/office/powerpoint/2010/main" val="1434762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JSR_On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6245F-3820-FB70-9D9B-4C95A65A4CFC}"/>
              </a:ext>
            </a:extLst>
          </p:cNvPr>
          <p:cNvSpPr>
            <a:spLocks noGrp="1"/>
          </p:cNvSpPr>
          <p:nvPr>
            <p:ph type="title" hasCustomPrompt="1"/>
          </p:nvPr>
        </p:nvSpPr>
        <p:spPr>
          <a:xfrm>
            <a:off x="415636" y="136525"/>
            <a:ext cx="11312866" cy="861003"/>
          </a:xfrm>
        </p:spPr>
        <p:txBody>
          <a:bodyPr>
            <a:noAutofit/>
          </a:bodyPr>
          <a:lstStyle>
            <a:lvl1pPr>
              <a:defRPr sz="3200"/>
            </a:lvl1pPr>
          </a:lstStyle>
          <a:p>
            <a:r>
              <a:rPr lang="en-US" dirty="0"/>
              <a:t>Click to edit Master title style</a:t>
            </a:r>
            <a:br>
              <a:rPr lang="en-US" dirty="0"/>
            </a:br>
            <a:endParaRPr lang="en-US" dirty="0"/>
          </a:p>
        </p:txBody>
      </p:sp>
      <p:sp>
        <p:nvSpPr>
          <p:cNvPr id="3" name="Content Placeholder 2">
            <a:extLst>
              <a:ext uri="{FF2B5EF4-FFF2-40B4-BE49-F238E27FC236}">
                <a16:creationId xmlns:a16="http://schemas.microsoft.com/office/drawing/2014/main" id="{C9E832EC-1997-B1A3-D049-DAE60F81DA67}"/>
              </a:ext>
            </a:extLst>
          </p:cNvPr>
          <p:cNvSpPr>
            <a:spLocks noGrp="1"/>
          </p:cNvSpPr>
          <p:nvPr>
            <p:ph sz="half" idx="1"/>
          </p:nvPr>
        </p:nvSpPr>
        <p:spPr>
          <a:xfrm>
            <a:off x="415636" y="1178896"/>
            <a:ext cx="11312866" cy="4998067"/>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6D67CCD0-74B0-84EC-2060-DB9300F32B7D}"/>
              </a:ext>
            </a:extLst>
          </p:cNvPr>
          <p:cNvSpPr>
            <a:spLocks noGrp="1"/>
          </p:cNvSpPr>
          <p:nvPr>
            <p:ph type="sldNum" sz="quarter" idx="12"/>
          </p:nvPr>
        </p:nvSpPr>
        <p:spPr>
          <a:xfrm>
            <a:off x="8610600" y="6356350"/>
            <a:ext cx="3117902" cy="365125"/>
          </a:xfrm>
        </p:spPr>
        <p:txBody>
          <a:bodyPr/>
          <a:lstStyle/>
          <a:p>
            <a:fld id="{E86CC0B8-83F3-A44B-B529-CAF4C17B3CEE}" type="slidenum">
              <a:rPr lang="en-US" smtClean="0"/>
              <a:t>‹#›</a:t>
            </a:fld>
            <a:endParaRPr lang="en-US"/>
          </a:p>
        </p:txBody>
      </p:sp>
    </p:spTree>
    <p:extLst>
      <p:ext uri="{BB962C8B-B14F-4D97-AF65-F5344CB8AC3E}">
        <p14:creationId xmlns:p14="http://schemas.microsoft.com/office/powerpoint/2010/main" val="2801810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SR_Four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6245F-3820-FB70-9D9B-4C95A65A4CFC}"/>
              </a:ext>
            </a:extLst>
          </p:cNvPr>
          <p:cNvSpPr>
            <a:spLocks noGrp="1"/>
          </p:cNvSpPr>
          <p:nvPr>
            <p:ph type="title" hasCustomPrompt="1"/>
          </p:nvPr>
        </p:nvSpPr>
        <p:spPr>
          <a:xfrm>
            <a:off x="415636" y="136525"/>
            <a:ext cx="11312866" cy="861003"/>
          </a:xfrm>
        </p:spPr>
        <p:txBody>
          <a:bodyPr>
            <a:noAutofit/>
          </a:bodyPr>
          <a:lstStyle>
            <a:lvl1pPr>
              <a:defRPr sz="3200"/>
            </a:lvl1pPr>
          </a:lstStyle>
          <a:p>
            <a:r>
              <a:rPr lang="en-US" dirty="0"/>
              <a:t>Click to edit Master title style</a:t>
            </a:r>
            <a:br>
              <a:rPr lang="en-US" dirty="0"/>
            </a:br>
            <a:endParaRPr lang="en-US" dirty="0"/>
          </a:p>
        </p:txBody>
      </p:sp>
      <p:sp>
        <p:nvSpPr>
          <p:cNvPr id="3" name="Content Placeholder 2">
            <a:extLst>
              <a:ext uri="{FF2B5EF4-FFF2-40B4-BE49-F238E27FC236}">
                <a16:creationId xmlns:a16="http://schemas.microsoft.com/office/drawing/2014/main" id="{C9E832EC-1997-B1A3-D049-DAE60F81DA67}"/>
              </a:ext>
            </a:extLst>
          </p:cNvPr>
          <p:cNvSpPr>
            <a:spLocks noGrp="1"/>
          </p:cNvSpPr>
          <p:nvPr>
            <p:ph sz="half" idx="1"/>
          </p:nvPr>
        </p:nvSpPr>
        <p:spPr>
          <a:xfrm>
            <a:off x="415635" y="1195894"/>
            <a:ext cx="5478843" cy="2418248"/>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a:extLst>
              <a:ext uri="{FF2B5EF4-FFF2-40B4-BE49-F238E27FC236}">
                <a16:creationId xmlns:a16="http://schemas.microsoft.com/office/drawing/2014/main" id="{6D67CCD0-74B0-84EC-2060-DB9300F32B7D}"/>
              </a:ext>
            </a:extLst>
          </p:cNvPr>
          <p:cNvSpPr>
            <a:spLocks noGrp="1"/>
          </p:cNvSpPr>
          <p:nvPr>
            <p:ph type="sldNum" sz="quarter" idx="12"/>
          </p:nvPr>
        </p:nvSpPr>
        <p:spPr/>
        <p:txBody>
          <a:bodyPr/>
          <a:lstStyle/>
          <a:p>
            <a:fld id="{E86CC0B8-83F3-A44B-B529-CAF4C17B3CEE}" type="slidenum">
              <a:rPr lang="en-US" smtClean="0"/>
              <a:t>‹#›</a:t>
            </a:fld>
            <a:endParaRPr lang="en-US"/>
          </a:p>
        </p:txBody>
      </p:sp>
      <p:sp>
        <p:nvSpPr>
          <p:cNvPr id="5" name="Content Placeholder 2">
            <a:extLst>
              <a:ext uri="{FF2B5EF4-FFF2-40B4-BE49-F238E27FC236}">
                <a16:creationId xmlns:a16="http://schemas.microsoft.com/office/drawing/2014/main" id="{55746B86-211B-AC61-F70A-CDBA5CFF15E1}"/>
              </a:ext>
            </a:extLst>
          </p:cNvPr>
          <p:cNvSpPr>
            <a:spLocks noGrp="1"/>
          </p:cNvSpPr>
          <p:nvPr>
            <p:ph sz="half" idx="13"/>
          </p:nvPr>
        </p:nvSpPr>
        <p:spPr>
          <a:xfrm>
            <a:off x="415636" y="3775712"/>
            <a:ext cx="5478842" cy="2418248"/>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893DBDC2-B0BE-B84F-1063-677443AF3A7D}"/>
              </a:ext>
            </a:extLst>
          </p:cNvPr>
          <p:cNvSpPr>
            <a:spLocks noGrp="1"/>
          </p:cNvSpPr>
          <p:nvPr>
            <p:ph sz="half" idx="14"/>
          </p:nvPr>
        </p:nvSpPr>
        <p:spPr>
          <a:xfrm>
            <a:off x="6249659" y="1195894"/>
            <a:ext cx="5478843" cy="2418248"/>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a:extLst>
              <a:ext uri="{FF2B5EF4-FFF2-40B4-BE49-F238E27FC236}">
                <a16:creationId xmlns:a16="http://schemas.microsoft.com/office/drawing/2014/main" id="{75E42E8E-FEB6-96B9-C29E-77DD62FD1EB4}"/>
              </a:ext>
            </a:extLst>
          </p:cNvPr>
          <p:cNvSpPr>
            <a:spLocks noGrp="1"/>
          </p:cNvSpPr>
          <p:nvPr>
            <p:ph sz="half" idx="15"/>
          </p:nvPr>
        </p:nvSpPr>
        <p:spPr>
          <a:xfrm>
            <a:off x="6249659" y="3775712"/>
            <a:ext cx="5478843" cy="2418248"/>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11416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5263E-FCE9-CB95-EC2C-8E4CD710A2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763BFF-7C12-5DF7-8C23-27B19D8F03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7F1312-E095-4452-D5F5-C2A95612EE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E560717-4045-A260-38AB-55C90C5D67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ED1CAE-73C3-C05E-59C3-FB4FFA9519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A1F184-BA39-83A6-7E8A-CF172D556CB6}"/>
              </a:ext>
            </a:extLst>
          </p:cNvPr>
          <p:cNvSpPr>
            <a:spLocks noGrp="1"/>
          </p:cNvSpPr>
          <p:nvPr>
            <p:ph type="dt" sz="half" idx="10"/>
          </p:nvPr>
        </p:nvSpPr>
        <p:spPr/>
        <p:txBody>
          <a:bodyPr/>
          <a:lstStyle/>
          <a:p>
            <a:fld id="{F2DF074E-A21B-874C-ABD7-1261BFF8467F}" type="datetimeFigureOut">
              <a:rPr lang="en-US" smtClean="0"/>
              <a:t>11/14/25</a:t>
            </a:fld>
            <a:endParaRPr lang="en-US"/>
          </a:p>
        </p:txBody>
      </p:sp>
      <p:sp>
        <p:nvSpPr>
          <p:cNvPr id="8" name="Footer Placeholder 7">
            <a:extLst>
              <a:ext uri="{FF2B5EF4-FFF2-40B4-BE49-F238E27FC236}">
                <a16:creationId xmlns:a16="http://schemas.microsoft.com/office/drawing/2014/main" id="{3475691A-0924-C7DD-BA06-F5EB393EDE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B9F30AE-1FDB-5D12-4CA7-B8D8F091CACF}"/>
              </a:ext>
            </a:extLst>
          </p:cNvPr>
          <p:cNvSpPr>
            <a:spLocks noGrp="1"/>
          </p:cNvSpPr>
          <p:nvPr>
            <p:ph type="sldNum" sz="quarter" idx="12"/>
          </p:nvPr>
        </p:nvSpPr>
        <p:spPr/>
        <p:txBody>
          <a:bodyPr/>
          <a:lstStyle/>
          <a:p>
            <a:fld id="{E86CC0B8-83F3-A44B-B529-CAF4C17B3CEE}" type="slidenum">
              <a:rPr lang="en-US" smtClean="0"/>
              <a:t>‹#›</a:t>
            </a:fld>
            <a:endParaRPr lang="en-US"/>
          </a:p>
        </p:txBody>
      </p:sp>
    </p:spTree>
    <p:extLst>
      <p:ext uri="{BB962C8B-B14F-4D97-AF65-F5344CB8AC3E}">
        <p14:creationId xmlns:p14="http://schemas.microsoft.com/office/powerpoint/2010/main" val="6644715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D9CEE-7F60-42EC-D140-E6A73ECAA8D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72DE1C-A755-CD01-CE00-7F8A063F629E}"/>
              </a:ext>
            </a:extLst>
          </p:cNvPr>
          <p:cNvSpPr>
            <a:spLocks noGrp="1"/>
          </p:cNvSpPr>
          <p:nvPr>
            <p:ph type="dt" sz="half" idx="10"/>
          </p:nvPr>
        </p:nvSpPr>
        <p:spPr/>
        <p:txBody>
          <a:bodyPr/>
          <a:lstStyle/>
          <a:p>
            <a:fld id="{F2DF074E-A21B-874C-ABD7-1261BFF8467F}" type="datetimeFigureOut">
              <a:rPr lang="en-US" smtClean="0"/>
              <a:t>11/14/25</a:t>
            </a:fld>
            <a:endParaRPr lang="en-US"/>
          </a:p>
        </p:txBody>
      </p:sp>
      <p:sp>
        <p:nvSpPr>
          <p:cNvPr id="4" name="Footer Placeholder 3">
            <a:extLst>
              <a:ext uri="{FF2B5EF4-FFF2-40B4-BE49-F238E27FC236}">
                <a16:creationId xmlns:a16="http://schemas.microsoft.com/office/drawing/2014/main" id="{055FE383-9B4F-0811-5896-26D192E721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597987-9BEB-D2D6-0B7B-B004560CBAFB}"/>
              </a:ext>
            </a:extLst>
          </p:cNvPr>
          <p:cNvSpPr>
            <a:spLocks noGrp="1"/>
          </p:cNvSpPr>
          <p:nvPr>
            <p:ph type="sldNum" sz="quarter" idx="12"/>
          </p:nvPr>
        </p:nvSpPr>
        <p:spPr/>
        <p:txBody>
          <a:bodyPr/>
          <a:lstStyle/>
          <a:p>
            <a:fld id="{E86CC0B8-83F3-A44B-B529-CAF4C17B3CEE}" type="slidenum">
              <a:rPr lang="en-US" smtClean="0"/>
              <a:t>‹#›</a:t>
            </a:fld>
            <a:endParaRPr lang="en-US"/>
          </a:p>
        </p:txBody>
      </p:sp>
    </p:spTree>
    <p:extLst>
      <p:ext uri="{BB962C8B-B14F-4D97-AF65-F5344CB8AC3E}">
        <p14:creationId xmlns:p14="http://schemas.microsoft.com/office/powerpoint/2010/main" val="704952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561CC1-B720-0013-F5F9-7EC1FB886778}"/>
              </a:ext>
            </a:extLst>
          </p:cNvPr>
          <p:cNvSpPr>
            <a:spLocks noGrp="1"/>
          </p:cNvSpPr>
          <p:nvPr>
            <p:ph type="dt" sz="half" idx="10"/>
          </p:nvPr>
        </p:nvSpPr>
        <p:spPr/>
        <p:txBody>
          <a:bodyPr/>
          <a:lstStyle/>
          <a:p>
            <a:fld id="{F2DF074E-A21B-874C-ABD7-1261BFF8467F}" type="datetimeFigureOut">
              <a:rPr lang="en-US" smtClean="0"/>
              <a:t>11/14/25</a:t>
            </a:fld>
            <a:endParaRPr lang="en-US"/>
          </a:p>
        </p:txBody>
      </p:sp>
      <p:sp>
        <p:nvSpPr>
          <p:cNvPr id="3" name="Footer Placeholder 2">
            <a:extLst>
              <a:ext uri="{FF2B5EF4-FFF2-40B4-BE49-F238E27FC236}">
                <a16:creationId xmlns:a16="http://schemas.microsoft.com/office/drawing/2014/main" id="{5B70D8CE-43BA-65FD-D470-DD6C75FC41A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C0FAD8-E477-F2C1-73A6-2B63D396BD0F}"/>
              </a:ext>
            </a:extLst>
          </p:cNvPr>
          <p:cNvSpPr>
            <a:spLocks noGrp="1"/>
          </p:cNvSpPr>
          <p:nvPr>
            <p:ph type="sldNum" sz="quarter" idx="12"/>
          </p:nvPr>
        </p:nvSpPr>
        <p:spPr/>
        <p:txBody>
          <a:bodyPr/>
          <a:lstStyle/>
          <a:p>
            <a:fld id="{E86CC0B8-83F3-A44B-B529-CAF4C17B3CEE}" type="slidenum">
              <a:rPr lang="en-US" smtClean="0"/>
              <a:t>‹#›</a:t>
            </a:fld>
            <a:endParaRPr lang="en-US"/>
          </a:p>
        </p:txBody>
      </p:sp>
    </p:spTree>
    <p:extLst>
      <p:ext uri="{BB962C8B-B14F-4D97-AF65-F5344CB8AC3E}">
        <p14:creationId xmlns:p14="http://schemas.microsoft.com/office/powerpoint/2010/main" val="1708390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E9790-BBA2-7F63-490B-1783D44FA1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794E9D-5684-9CED-8C9C-AB6B23A756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4D414C4-A796-3956-D79D-CE06C47E99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7BF613-6B3F-84CD-9FB3-0D8742C7EB4D}"/>
              </a:ext>
            </a:extLst>
          </p:cNvPr>
          <p:cNvSpPr>
            <a:spLocks noGrp="1"/>
          </p:cNvSpPr>
          <p:nvPr>
            <p:ph type="dt" sz="half" idx="10"/>
          </p:nvPr>
        </p:nvSpPr>
        <p:spPr/>
        <p:txBody>
          <a:bodyPr/>
          <a:lstStyle/>
          <a:p>
            <a:fld id="{F2DF074E-A21B-874C-ABD7-1261BFF8467F}" type="datetimeFigureOut">
              <a:rPr lang="en-US" smtClean="0"/>
              <a:t>11/14/25</a:t>
            </a:fld>
            <a:endParaRPr lang="en-US"/>
          </a:p>
        </p:txBody>
      </p:sp>
      <p:sp>
        <p:nvSpPr>
          <p:cNvPr id="6" name="Footer Placeholder 5">
            <a:extLst>
              <a:ext uri="{FF2B5EF4-FFF2-40B4-BE49-F238E27FC236}">
                <a16:creationId xmlns:a16="http://schemas.microsoft.com/office/drawing/2014/main" id="{4C791C72-E1DD-01FC-D237-234200DC82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625A47-98E3-FD46-D954-97CD7647BE8D}"/>
              </a:ext>
            </a:extLst>
          </p:cNvPr>
          <p:cNvSpPr>
            <a:spLocks noGrp="1"/>
          </p:cNvSpPr>
          <p:nvPr>
            <p:ph type="sldNum" sz="quarter" idx="12"/>
          </p:nvPr>
        </p:nvSpPr>
        <p:spPr/>
        <p:txBody>
          <a:bodyPr/>
          <a:lstStyle/>
          <a:p>
            <a:fld id="{E86CC0B8-83F3-A44B-B529-CAF4C17B3CEE}" type="slidenum">
              <a:rPr lang="en-US" smtClean="0"/>
              <a:t>‹#›</a:t>
            </a:fld>
            <a:endParaRPr lang="en-US"/>
          </a:p>
        </p:txBody>
      </p:sp>
    </p:spTree>
    <p:extLst>
      <p:ext uri="{BB962C8B-B14F-4D97-AF65-F5344CB8AC3E}">
        <p14:creationId xmlns:p14="http://schemas.microsoft.com/office/powerpoint/2010/main" val="1458560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123AA-67ED-7AD4-19AE-975BCACD0C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7FA8457-995C-98D7-2ACF-34D3A22C40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2F087A9-612C-8AB9-2FBE-1A4EDF594C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0C4562-DEAC-0B1C-B573-38BC7B6436F3}"/>
              </a:ext>
            </a:extLst>
          </p:cNvPr>
          <p:cNvSpPr>
            <a:spLocks noGrp="1"/>
          </p:cNvSpPr>
          <p:nvPr>
            <p:ph type="dt" sz="half" idx="10"/>
          </p:nvPr>
        </p:nvSpPr>
        <p:spPr/>
        <p:txBody>
          <a:bodyPr/>
          <a:lstStyle/>
          <a:p>
            <a:fld id="{F2DF074E-A21B-874C-ABD7-1261BFF8467F}" type="datetimeFigureOut">
              <a:rPr lang="en-US" smtClean="0"/>
              <a:t>11/14/25</a:t>
            </a:fld>
            <a:endParaRPr lang="en-US"/>
          </a:p>
        </p:txBody>
      </p:sp>
      <p:sp>
        <p:nvSpPr>
          <p:cNvPr id="6" name="Footer Placeholder 5">
            <a:extLst>
              <a:ext uri="{FF2B5EF4-FFF2-40B4-BE49-F238E27FC236}">
                <a16:creationId xmlns:a16="http://schemas.microsoft.com/office/drawing/2014/main" id="{573E7209-668B-0952-6A6F-439E7CC131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D08532-C9D6-4301-D9B9-39BAEA92D335}"/>
              </a:ext>
            </a:extLst>
          </p:cNvPr>
          <p:cNvSpPr>
            <a:spLocks noGrp="1"/>
          </p:cNvSpPr>
          <p:nvPr>
            <p:ph type="sldNum" sz="quarter" idx="12"/>
          </p:nvPr>
        </p:nvSpPr>
        <p:spPr/>
        <p:txBody>
          <a:bodyPr/>
          <a:lstStyle/>
          <a:p>
            <a:fld id="{E86CC0B8-83F3-A44B-B529-CAF4C17B3CEE}" type="slidenum">
              <a:rPr lang="en-US" smtClean="0"/>
              <a:t>‹#›</a:t>
            </a:fld>
            <a:endParaRPr lang="en-US"/>
          </a:p>
        </p:txBody>
      </p:sp>
    </p:spTree>
    <p:extLst>
      <p:ext uri="{BB962C8B-B14F-4D97-AF65-F5344CB8AC3E}">
        <p14:creationId xmlns:p14="http://schemas.microsoft.com/office/powerpoint/2010/main" val="416823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83073-13F2-BABC-08AC-4E3BB86D7C6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FFA38B8-C4C9-7654-6F54-AB8A4F5D37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C5F96-7DB6-E056-BB00-9304689B364D}"/>
              </a:ext>
            </a:extLst>
          </p:cNvPr>
          <p:cNvSpPr>
            <a:spLocks noGrp="1"/>
          </p:cNvSpPr>
          <p:nvPr>
            <p:ph type="dt" sz="half" idx="10"/>
          </p:nvPr>
        </p:nvSpPr>
        <p:spPr/>
        <p:txBody>
          <a:bodyPr/>
          <a:lstStyle/>
          <a:p>
            <a:fld id="{F2DF074E-A21B-874C-ABD7-1261BFF8467F}" type="datetimeFigureOut">
              <a:rPr lang="en-US" smtClean="0"/>
              <a:t>11/14/25</a:t>
            </a:fld>
            <a:endParaRPr lang="en-US"/>
          </a:p>
        </p:txBody>
      </p:sp>
      <p:sp>
        <p:nvSpPr>
          <p:cNvPr id="5" name="Footer Placeholder 4">
            <a:extLst>
              <a:ext uri="{FF2B5EF4-FFF2-40B4-BE49-F238E27FC236}">
                <a16:creationId xmlns:a16="http://schemas.microsoft.com/office/drawing/2014/main" id="{63B0B9F5-6211-5EB3-35E6-EC2D9F0A36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DD659A-5658-3005-82D7-15C33E4498FB}"/>
              </a:ext>
            </a:extLst>
          </p:cNvPr>
          <p:cNvSpPr>
            <a:spLocks noGrp="1"/>
          </p:cNvSpPr>
          <p:nvPr>
            <p:ph type="sldNum" sz="quarter" idx="12"/>
          </p:nvPr>
        </p:nvSpPr>
        <p:spPr/>
        <p:txBody>
          <a:bodyPr/>
          <a:lstStyle/>
          <a:p>
            <a:fld id="{E86CC0B8-83F3-A44B-B529-CAF4C17B3CEE}" type="slidenum">
              <a:rPr lang="en-US" smtClean="0"/>
              <a:t>‹#›</a:t>
            </a:fld>
            <a:endParaRPr lang="en-US"/>
          </a:p>
        </p:txBody>
      </p:sp>
    </p:spTree>
    <p:extLst>
      <p:ext uri="{BB962C8B-B14F-4D97-AF65-F5344CB8AC3E}">
        <p14:creationId xmlns:p14="http://schemas.microsoft.com/office/powerpoint/2010/main" val="23019157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371BF1-A4D5-121D-A7F9-2620A90927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DB508CB-E5F8-41E3-EBA2-0E92AD77C9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1E1AEA-591F-E9B4-F178-006FFCEA1983}"/>
              </a:ext>
            </a:extLst>
          </p:cNvPr>
          <p:cNvSpPr>
            <a:spLocks noGrp="1"/>
          </p:cNvSpPr>
          <p:nvPr>
            <p:ph type="dt" sz="half" idx="10"/>
          </p:nvPr>
        </p:nvSpPr>
        <p:spPr/>
        <p:txBody>
          <a:bodyPr/>
          <a:lstStyle/>
          <a:p>
            <a:fld id="{F2DF074E-A21B-874C-ABD7-1261BFF8467F}" type="datetimeFigureOut">
              <a:rPr lang="en-US" smtClean="0"/>
              <a:t>11/14/25</a:t>
            </a:fld>
            <a:endParaRPr lang="en-US"/>
          </a:p>
        </p:txBody>
      </p:sp>
      <p:sp>
        <p:nvSpPr>
          <p:cNvPr id="5" name="Footer Placeholder 4">
            <a:extLst>
              <a:ext uri="{FF2B5EF4-FFF2-40B4-BE49-F238E27FC236}">
                <a16:creationId xmlns:a16="http://schemas.microsoft.com/office/drawing/2014/main" id="{E55EC7B7-DE04-F3B5-4A51-C05172A424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F1B856-9B0E-8350-E208-2A39584A7EF4}"/>
              </a:ext>
            </a:extLst>
          </p:cNvPr>
          <p:cNvSpPr>
            <a:spLocks noGrp="1"/>
          </p:cNvSpPr>
          <p:nvPr>
            <p:ph type="sldNum" sz="quarter" idx="12"/>
          </p:nvPr>
        </p:nvSpPr>
        <p:spPr/>
        <p:txBody>
          <a:bodyPr/>
          <a:lstStyle/>
          <a:p>
            <a:fld id="{E86CC0B8-83F3-A44B-B529-CAF4C17B3CEE}" type="slidenum">
              <a:rPr lang="en-US" smtClean="0"/>
              <a:t>‹#›</a:t>
            </a:fld>
            <a:endParaRPr lang="en-US"/>
          </a:p>
        </p:txBody>
      </p:sp>
    </p:spTree>
    <p:extLst>
      <p:ext uri="{BB962C8B-B14F-4D97-AF65-F5344CB8AC3E}">
        <p14:creationId xmlns:p14="http://schemas.microsoft.com/office/powerpoint/2010/main" val="36320231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FullSheetOneField_JS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5735D-7873-1764-3FA9-006241726861}"/>
              </a:ext>
            </a:extLst>
          </p:cNvPr>
          <p:cNvSpPr>
            <a:spLocks noGrp="1"/>
          </p:cNvSpPr>
          <p:nvPr>
            <p:ph type="title"/>
          </p:nvPr>
        </p:nvSpPr>
        <p:spPr>
          <a:xfrm>
            <a:off x="329930" y="136525"/>
            <a:ext cx="11447992" cy="730644"/>
          </a:xfrm>
        </p:spPr>
        <p:txBody>
          <a:bodyPr>
            <a:normAutofit/>
          </a:bodyPr>
          <a:lstStyle>
            <a:lvl1pPr>
              <a:defRPr sz="3200" b="0" i="0">
                <a:latin typeface="Avenir Light" panose="020B0402020203020204" pitchFamily="34" charset="77"/>
              </a:defRPr>
            </a:lvl1pPr>
          </a:lstStyle>
          <a:p>
            <a:r>
              <a:rPr lang="en-US" dirty="0"/>
              <a:t>Click to edit Master title style</a:t>
            </a:r>
          </a:p>
        </p:txBody>
      </p:sp>
      <p:sp>
        <p:nvSpPr>
          <p:cNvPr id="3" name="Text Placeholder 2">
            <a:extLst>
              <a:ext uri="{FF2B5EF4-FFF2-40B4-BE49-F238E27FC236}">
                <a16:creationId xmlns:a16="http://schemas.microsoft.com/office/drawing/2014/main" id="{2DA8FBD0-1644-992A-6BB0-DB151F0642A4}"/>
              </a:ext>
            </a:extLst>
          </p:cNvPr>
          <p:cNvSpPr>
            <a:spLocks noGrp="1"/>
          </p:cNvSpPr>
          <p:nvPr>
            <p:ph type="body" idx="1"/>
          </p:nvPr>
        </p:nvSpPr>
        <p:spPr>
          <a:xfrm>
            <a:off x="329930" y="1084475"/>
            <a:ext cx="11447992" cy="432207"/>
          </a:xfrm>
        </p:spPr>
        <p:txBody>
          <a:bodyPr anchor="b">
            <a:normAutofit/>
          </a:bodyPr>
          <a:lstStyle>
            <a:lvl1pPr marL="0" indent="0" algn="ctr">
              <a:buNone/>
              <a:defRPr sz="2000" b="0" i="0">
                <a:latin typeface="Avenir Light" panose="020B0402020203020204" pitchFamily="34"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BF06D70-494A-3992-C347-36DE9E82A3C2}"/>
              </a:ext>
            </a:extLst>
          </p:cNvPr>
          <p:cNvSpPr>
            <a:spLocks noGrp="1"/>
          </p:cNvSpPr>
          <p:nvPr>
            <p:ph sz="half" idx="2"/>
          </p:nvPr>
        </p:nvSpPr>
        <p:spPr>
          <a:xfrm>
            <a:off x="329930" y="1645151"/>
            <a:ext cx="11447992" cy="4572000"/>
          </a:xfrm>
        </p:spPr>
        <p:txBody>
          <a:bodyPr/>
          <a:lstStyle>
            <a:lvl1pPr marL="228600" indent="-228600">
              <a:buFont typeface="System Font Regular"/>
              <a:buChar char="-"/>
              <a:defRPr sz="2000" b="0" i="0">
                <a:latin typeface="Avenir Light" panose="020B0402020203020204" pitchFamily="34" charset="77"/>
              </a:defRPr>
            </a:lvl1pPr>
            <a:lvl2pPr marL="685800" indent="-228600">
              <a:buFont typeface="System Font Regular"/>
              <a:buChar char="-"/>
              <a:defRPr sz="1800" b="0" i="0">
                <a:latin typeface="Avenir Light" panose="020B0402020203020204" pitchFamily="34" charset="77"/>
              </a:defRPr>
            </a:lvl2pPr>
            <a:lvl3pPr marL="1143000" indent="-228600">
              <a:buFont typeface="System Font Regular"/>
              <a:buChar char="-"/>
              <a:defRPr sz="1800" b="0" i="0">
                <a:latin typeface="Avenir Light" panose="020B0402020203020204" pitchFamily="34" charset="77"/>
              </a:defRPr>
            </a:lvl3pPr>
            <a:lvl4pPr marL="1600200" indent="-228600">
              <a:buFont typeface="System Font Regular"/>
              <a:buChar char="-"/>
              <a:defRPr sz="1800" b="0" i="0">
                <a:latin typeface="Avenir Light" panose="020B0402020203020204" pitchFamily="34" charset="77"/>
              </a:defRPr>
            </a:lvl4pPr>
            <a:lvl5pPr marL="2057400" indent="-228600">
              <a:buFont typeface="System Font Regular"/>
              <a:buChar char="-"/>
              <a:defRPr sz="1800" b="0" i="0">
                <a:latin typeface="Avenir Light" panose="020B0402020203020204"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4EB01472-B29D-CF50-56FC-E72CD26AB30B}"/>
              </a:ext>
            </a:extLst>
          </p:cNvPr>
          <p:cNvSpPr>
            <a:spLocks noGrp="1"/>
          </p:cNvSpPr>
          <p:nvPr>
            <p:ph type="ftr" sz="quarter" idx="11"/>
          </p:nvPr>
        </p:nvSpPr>
        <p:spPr/>
        <p:txBody>
          <a:bodyPr/>
          <a:lstStyle>
            <a:lvl1pPr>
              <a:defRPr b="0" i="0">
                <a:latin typeface="Avenir Light" panose="020B0402020203020204" pitchFamily="34" charset="77"/>
              </a:defRPr>
            </a:lvl1pPr>
          </a:lstStyle>
          <a:p>
            <a:endParaRPr lang="en-US" dirty="0"/>
          </a:p>
        </p:txBody>
      </p:sp>
      <p:sp>
        <p:nvSpPr>
          <p:cNvPr id="9" name="Slide Number Placeholder 8">
            <a:extLst>
              <a:ext uri="{FF2B5EF4-FFF2-40B4-BE49-F238E27FC236}">
                <a16:creationId xmlns:a16="http://schemas.microsoft.com/office/drawing/2014/main" id="{A2FDB18C-3D52-8362-36FB-05FD9DCBDF9D}"/>
              </a:ext>
            </a:extLst>
          </p:cNvPr>
          <p:cNvSpPr>
            <a:spLocks noGrp="1"/>
          </p:cNvSpPr>
          <p:nvPr>
            <p:ph type="sldNum" sz="quarter" idx="12"/>
          </p:nvPr>
        </p:nvSpPr>
        <p:spPr>
          <a:xfrm>
            <a:off x="9034722" y="6356349"/>
            <a:ext cx="2743200" cy="365125"/>
          </a:xfrm>
        </p:spPr>
        <p:txBody>
          <a:bodyPr/>
          <a:lstStyle>
            <a:lvl1pPr>
              <a:defRPr b="0" i="0">
                <a:latin typeface="Avenir Light" panose="020B0402020203020204" pitchFamily="34" charset="77"/>
              </a:defRPr>
            </a:lvl1pPr>
          </a:lstStyle>
          <a:p>
            <a:fld id="{80981297-0ED1-C549-9212-75D31743D154}" type="slidenum">
              <a:rPr lang="en-US" smtClean="0"/>
              <a:pPr/>
              <a:t>‹#›</a:t>
            </a:fld>
            <a:endParaRPr lang="en-US"/>
          </a:p>
        </p:txBody>
      </p:sp>
    </p:spTree>
    <p:extLst>
      <p:ext uri="{BB962C8B-B14F-4D97-AF65-F5344CB8AC3E}">
        <p14:creationId xmlns:p14="http://schemas.microsoft.com/office/powerpoint/2010/main" val="4094357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5F76A7-B7FD-3F98-63F7-EF5164A948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7DE3E8-733E-79ED-1065-652AE6F6F3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3A12E0-3BBB-3AAB-27E9-02EACDBE78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F074E-A21B-874C-ABD7-1261BFF8467F}" type="datetimeFigureOut">
              <a:rPr lang="en-US" smtClean="0"/>
              <a:t>11/14/25</a:t>
            </a:fld>
            <a:endParaRPr lang="en-US"/>
          </a:p>
        </p:txBody>
      </p:sp>
      <p:sp>
        <p:nvSpPr>
          <p:cNvPr id="5" name="Footer Placeholder 4">
            <a:extLst>
              <a:ext uri="{FF2B5EF4-FFF2-40B4-BE49-F238E27FC236}">
                <a16:creationId xmlns:a16="http://schemas.microsoft.com/office/drawing/2014/main" id="{B9BF1FE8-CCAA-C124-C2BC-E9B3B67D29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94AC4AF-600F-0456-387D-5D6D5FF6CC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6CC0B8-83F3-A44B-B529-CAF4C17B3CEE}" type="slidenum">
              <a:rPr lang="en-US" smtClean="0"/>
              <a:t>‹#›</a:t>
            </a:fld>
            <a:endParaRPr lang="en-US"/>
          </a:p>
        </p:txBody>
      </p:sp>
    </p:spTree>
    <p:extLst>
      <p:ext uri="{BB962C8B-B14F-4D97-AF65-F5344CB8AC3E}">
        <p14:creationId xmlns:p14="http://schemas.microsoft.com/office/powerpoint/2010/main" val="1993875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61" r:id="rId5"/>
    <p:sldLayoutId id="2147483660" r:id="rId6"/>
    <p:sldLayoutId id="2147483653" r:id="rId7"/>
    <p:sldLayoutId id="2147483654" r:id="rId8"/>
    <p:sldLayoutId id="2147483655" r:id="rId9"/>
    <p:sldLayoutId id="2147483656" r:id="rId10"/>
    <p:sldLayoutId id="2147483657" r:id="rId11"/>
    <p:sldLayoutId id="2147483658" r:id="rId12"/>
    <p:sldLayoutId id="2147483659"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2.png"/><Relationship Id="rId1" Type="http://schemas.openxmlformats.org/officeDocument/2006/relationships/slideLayout" Target="../slideLayouts/slideLayout4.xml"/><Relationship Id="rId5" Type="http://schemas.openxmlformats.org/officeDocument/2006/relationships/hyperlink" Target="https://rmarkdown.rstudio.com/articles_intro.html" TargetMode="External"/><Relationship Id="rId4" Type="http://schemas.openxmlformats.org/officeDocument/2006/relationships/hyperlink" Target="https://github.com/rothjs-PhD/DataManagemen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5E0AD1CD-89F0-5E83-240E-96537414482A}"/>
              </a:ext>
            </a:extLst>
          </p:cNvPr>
          <p:cNvSpPr>
            <a:spLocks noGrp="1"/>
          </p:cNvSpPr>
          <p:nvPr>
            <p:ph type="title"/>
          </p:nvPr>
        </p:nvSpPr>
        <p:spPr/>
        <p:txBody>
          <a:bodyPr/>
          <a:lstStyle/>
          <a:p>
            <a:r>
              <a:rPr lang="en-US" dirty="0"/>
              <a:t>Jacob Roth</a:t>
            </a:r>
            <a:br>
              <a:rPr lang="en-US" dirty="0"/>
            </a:br>
            <a:endParaRPr lang="en-US" dirty="0"/>
          </a:p>
        </p:txBody>
      </p:sp>
      <p:sp>
        <p:nvSpPr>
          <p:cNvPr id="12" name="Content Placeholder 11">
            <a:extLst>
              <a:ext uri="{FF2B5EF4-FFF2-40B4-BE49-F238E27FC236}">
                <a16:creationId xmlns:a16="http://schemas.microsoft.com/office/drawing/2014/main" id="{B5E8E654-6B96-88A1-0719-A355FA14DB1A}"/>
              </a:ext>
            </a:extLst>
          </p:cNvPr>
          <p:cNvSpPr>
            <a:spLocks noGrp="1"/>
          </p:cNvSpPr>
          <p:nvPr>
            <p:ph sz="half" idx="1"/>
          </p:nvPr>
        </p:nvSpPr>
        <p:spPr/>
        <p:txBody>
          <a:bodyPr/>
          <a:lstStyle/>
          <a:p>
            <a:endParaRPr lang="en-US"/>
          </a:p>
        </p:txBody>
      </p:sp>
      <p:sp>
        <p:nvSpPr>
          <p:cNvPr id="13" name="Content Placeholder 12">
            <a:extLst>
              <a:ext uri="{FF2B5EF4-FFF2-40B4-BE49-F238E27FC236}">
                <a16:creationId xmlns:a16="http://schemas.microsoft.com/office/drawing/2014/main" id="{F482CCB4-3CEA-465D-33B1-2DC90C6CF2A0}"/>
              </a:ext>
            </a:extLst>
          </p:cNvPr>
          <p:cNvSpPr>
            <a:spLocks noGrp="1"/>
          </p:cNvSpPr>
          <p:nvPr>
            <p:ph sz="half" idx="2"/>
          </p:nvPr>
        </p:nvSpPr>
        <p:spPr>
          <a:xfrm>
            <a:off x="7469312" y="1178896"/>
            <a:ext cx="4259190" cy="4998067"/>
          </a:xfrm>
        </p:spPr>
        <p:txBody>
          <a:bodyPr/>
          <a:lstStyle/>
          <a:p>
            <a:pPr marL="0" indent="0">
              <a:buNone/>
            </a:pPr>
            <a:r>
              <a:rPr lang="en-US" dirty="0"/>
              <a:t>Things about me:</a:t>
            </a:r>
          </a:p>
        </p:txBody>
      </p:sp>
      <p:pic>
        <p:nvPicPr>
          <p:cNvPr id="7" name="Picture 6" descr="A person and person with a dog in the back of a car&#10;&#10;AI-generated content may be incorrect.">
            <a:extLst>
              <a:ext uri="{FF2B5EF4-FFF2-40B4-BE49-F238E27FC236}">
                <a16:creationId xmlns:a16="http://schemas.microsoft.com/office/drawing/2014/main" id="{B4CE4743-C1EF-0E00-CBD8-A3209D7C56E2}"/>
              </a:ext>
            </a:extLst>
          </p:cNvPr>
          <p:cNvPicPr>
            <a:picLocks noChangeAspect="1"/>
          </p:cNvPicPr>
          <p:nvPr/>
        </p:nvPicPr>
        <p:blipFill>
          <a:blip r:embed="rId2"/>
          <a:stretch>
            <a:fillRect/>
          </a:stretch>
        </p:blipFill>
        <p:spPr>
          <a:xfrm>
            <a:off x="671831" y="1513862"/>
            <a:ext cx="5548233" cy="4165242"/>
          </a:xfrm>
          <a:prstGeom prst="rect">
            <a:avLst/>
          </a:prstGeom>
        </p:spPr>
      </p:pic>
    </p:spTree>
    <p:extLst>
      <p:ext uri="{BB962C8B-B14F-4D97-AF65-F5344CB8AC3E}">
        <p14:creationId xmlns:p14="http://schemas.microsoft.com/office/powerpoint/2010/main" val="2767724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77029-E621-720B-0763-E44D15CC237C}"/>
              </a:ext>
            </a:extLst>
          </p:cNvPr>
          <p:cNvSpPr>
            <a:spLocks noGrp="1"/>
          </p:cNvSpPr>
          <p:nvPr>
            <p:ph type="title"/>
          </p:nvPr>
        </p:nvSpPr>
        <p:spPr/>
        <p:txBody>
          <a:bodyPr/>
          <a:lstStyle/>
          <a:p>
            <a:r>
              <a:rPr lang="en-US" dirty="0"/>
              <a:t>Topics to discuss</a:t>
            </a:r>
            <a:br>
              <a:rPr lang="en-US" dirty="0"/>
            </a:br>
            <a:endParaRPr lang="en-US" dirty="0"/>
          </a:p>
        </p:txBody>
      </p:sp>
      <p:sp>
        <p:nvSpPr>
          <p:cNvPr id="3" name="Content Placeholder 2">
            <a:extLst>
              <a:ext uri="{FF2B5EF4-FFF2-40B4-BE49-F238E27FC236}">
                <a16:creationId xmlns:a16="http://schemas.microsoft.com/office/drawing/2014/main" id="{80756E6D-B77F-5FC0-6FB0-8AA2C73C5E7C}"/>
              </a:ext>
            </a:extLst>
          </p:cNvPr>
          <p:cNvSpPr>
            <a:spLocks noGrp="1"/>
          </p:cNvSpPr>
          <p:nvPr>
            <p:ph sz="half" idx="1"/>
          </p:nvPr>
        </p:nvSpPr>
        <p:spPr/>
        <p:txBody>
          <a:bodyPr>
            <a:normAutofit/>
          </a:bodyPr>
          <a:lstStyle/>
          <a:p>
            <a:pPr marL="514350" lvl="0" indent="-514350">
              <a:buFont typeface="+mj-lt"/>
              <a:buAutoNum type="arabicPeriod"/>
            </a:pPr>
            <a:r>
              <a:rPr lang="en-US" sz="2800" dirty="0"/>
              <a:t>Common issues with data analysis and reproducibility of experiments</a:t>
            </a:r>
          </a:p>
          <a:p>
            <a:pPr marL="514350" lvl="0" indent="-514350">
              <a:buFont typeface="+mj-lt"/>
              <a:buAutoNum type="arabicPeriod"/>
            </a:pPr>
            <a:endParaRPr lang="en-US" sz="2800" dirty="0"/>
          </a:p>
          <a:p>
            <a:pPr marL="514350" lvl="0" indent="-514350">
              <a:buFont typeface="+mj-lt"/>
              <a:buAutoNum type="arabicPeriod"/>
            </a:pPr>
            <a:r>
              <a:rPr lang="en-US" sz="2800" dirty="0"/>
              <a:t>What to consider in terms of rigor and reproducibility as you interpret your data and prepare figures</a:t>
            </a:r>
          </a:p>
          <a:p>
            <a:pPr marL="514350" lvl="0" indent="-514350">
              <a:buFont typeface="+mj-lt"/>
              <a:buAutoNum type="arabicPeriod"/>
            </a:pPr>
            <a:endParaRPr lang="en-US" sz="2800" dirty="0"/>
          </a:p>
          <a:p>
            <a:pPr marL="514350" lvl="0" indent="-514350">
              <a:buFont typeface="+mj-lt"/>
              <a:buAutoNum type="arabicPeriod"/>
            </a:pPr>
            <a:r>
              <a:rPr lang="en-US" sz="2800" dirty="0"/>
              <a:t>Data management and preservation of data for the next person coming into the lab  </a:t>
            </a:r>
          </a:p>
          <a:p>
            <a:pPr marL="514350" indent="-514350">
              <a:buFont typeface="+mj-lt"/>
              <a:buAutoNum type="arabicPeriod"/>
            </a:pPr>
            <a:endParaRPr lang="en-US" sz="2800" dirty="0"/>
          </a:p>
        </p:txBody>
      </p:sp>
    </p:spTree>
    <p:extLst>
      <p:ext uri="{BB962C8B-B14F-4D97-AF65-F5344CB8AC3E}">
        <p14:creationId xmlns:p14="http://schemas.microsoft.com/office/powerpoint/2010/main" val="1273913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40392-CD27-DDD9-B408-9B39F1309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D3627-4015-EF17-2AB0-F51198FFFE9C}"/>
              </a:ext>
            </a:extLst>
          </p:cNvPr>
          <p:cNvSpPr>
            <a:spLocks noGrp="1"/>
          </p:cNvSpPr>
          <p:nvPr>
            <p:ph type="title"/>
          </p:nvPr>
        </p:nvSpPr>
        <p:spPr/>
        <p:txBody>
          <a:bodyPr>
            <a:normAutofit/>
          </a:bodyPr>
          <a:lstStyle/>
          <a:p>
            <a:pPr marL="514350" lvl="0" indent="-514350">
              <a:buFont typeface="+mj-lt"/>
              <a:buAutoNum type="arabicPeriod"/>
            </a:pPr>
            <a:r>
              <a:rPr lang="en-US" sz="4400" dirty="0"/>
              <a:t>Common issues with data analysis and reproducibility of experiments</a:t>
            </a:r>
            <a:br>
              <a:rPr lang="en-US" sz="4400" dirty="0"/>
            </a:br>
            <a:br>
              <a:rPr lang="en-US" sz="4400" dirty="0"/>
            </a:br>
            <a:endParaRPr lang="en-US" sz="4400" dirty="0"/>
          </a:p>
        </p:txBody>
      </p:sp>
      <p:sp>
        <p:nvSpPr>
          <p:cNvPr id="3" name="Text Placeholder 2">
            <a:extLst>
              <a:ext uri="{FF2B5EF4-FFF2-40B4-BE49-F238E27FC236}">
                <a16:creationId xmlns:a16="http://schemas.microsoft.com/office/drawing/2014/main" id="{628E790E-FC88-C254-67DE-26B4D26C6E5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838189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5CA603B-16E5-675C-D169-AAB3435B8EB8}"/>
              </a:ext>
            </a:extLst>
          </p:cNvPr>
          <p:cNvSpPr>
            <a:spLocks noGrp="1"/>
          </p:cNvSpPr>
          <p:nvPr>
            <p:ph type="title"/>
          </p:nvPr>
        </p:nvSpPr>
        <p:spPr/>
        <p:txBody>
          <a:bodyPr/>
          <a:lstStyle/>
          <a:p>
            <a:r>
              <a:rPr lang="en-US" dirty="0"/>
              <a:t>Labels… are critical – use them well or just give up</a:t>
            </a:r>
            <a:br>
              <a:rPr lang="en-US" dirty="0"/>
            </a:br>
            <a:endParaRPr lang="en-US" dirty="0"/>
          </a:p>
        </p:txBody>
      </p:sp>
      <p:pic>
        <p:nvPicPr>
          <p:cNvPr id="13" name="Content Placeholder 12">
            <a:extLst>
              <a:ext uri="{FF2B5EF4-FFF2-40B4-BE49-F238E27FC236}">
                <a16:creationId xmlns:a16="http://schemas.microsoft.com/office/drawing/2014/main" id="{DDF4BBB4-D618-8C41-5461-2473F9D91E7F}"/>
              </a:ext>
            </a:extLst>
          </p:cNvPr>
          <p:cNvPicPr>
            <a:picLocks noGrp="1" noChangeAspect="1"/>
          </p:cNvPicPr>
          <p:nvPr>
            <p:ph sz="half" idx="1"/>
          </p:nvPr>
        </p:nvPicPr>
        <p:blipFill>
          <a:blip r:embed="rId2"/>
          <a:stretch>
            <a:fillRect/>
          </a:stretch>
        </p:blipFill>
        <p:spPr>
          <a:xfrm>
            <a:off x="918028" y="2009095"/>
            <a:ext cx="4660900" cy="3556000"/>
          </a:xfrm>
          <a:prstGeom prst="rect">
            <a:avLst/>
          </a:prstGeom>
        </p:spPr>
      </p:pic>
      <p:pic>
        <p:nvPicPr>
          <p:cNvPr id="14" name="Content Placeholder 13">
            <a:extLst>
              <a:ext uri="{FF2B5EF4-FFF2-40B4-BE49-F238E27FC236}">
                <a16:creationId xmlns:a16="http://schemas.microsoft.com/office/drawing/2014/main" id="{D70E8D60-1BD7-69CA-461B-0386F43BC1E5}"/>
              </a:ext>
            </a:extLst>
          </p:cNvPr>
          <p:cNvPicPr>
            <a:picLocks noGrp="1" noChangeAspect="1"/>
          </p:cNvPicPr>
          <p:nvPr>
            <p:ph sz="half" idx="2"/>
          </p:nvPr>
        </p:nvPicPr>
        <p:blipFill>
          <a:blip r:embed="rId3"/>
          <a:stretch>
            <a:fillRect/>
          </a:stretch>
        </p:blipFill>
        <p:spPr>
          <a:xfrm>
            <a:off x="6902905" y="1757361"/>
            <a:ext cx="3873954" cy="4059467"/>
          </a:xfrm>
          <a:prstGeom prst="rect">
            <a:avLst/>
          </a:prstGeom>
        </p:spPr>
      </p:pic>
      <p:sp>
        <p:nvSpPr>
          <p:cNvPr id="15" name="Rectangle 14">
            <a:extLst>
              <a:ext uri="{FF2B5EF4-FFF2-40B4-BE49-F238E27FC236}">
                <a16:creationId xmlns:a16="http://schemas.microsoft.com/office/drawing/2014/main" id="{094AEA7F-678E-9498-6AB1-E71581E59E9A}"/>
              </a:ext>
            </a:extLst>
          </p:cNvPr>
          <p:cNvSpPr/>
          <p:nvPr/>
        </p:nvSpPr>
        <p:spPr>
          <a:xfrm>
            <a:off x="733878" y="1757360"/>
            <a:ext cx="5029200" cy="150982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3B0C83E-94FC-AC17-4976-D0061BA05E59}"/>
              </a:ext>
            </a:extLst>
          </p:cNvPr>
          <p:cNvSpPr/>
          <p:nvPr/>
        </p:nvSpPr>
        <p:spPr>
          <a:xfrm>
            <a:off x="733878" y="3139394"/>
            <a:ext cx="5029200" cy="1295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802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538E95-4A2F-C05C-788C-E8573E2FF0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9FC51-4834-E64C-58BB-87137A95F1AA}"/>
              </a:ext>
            </a:extLst>
          </p:cNvPr>
          <p:cNvSpPr>
            <a:spLocks noGrp="1"/>
          </p:cNvSpPr>
          <p:nvPr>
            <p:ph type="title"/>
          </p:nvPr>
        </p:nvSpPr>
        <p:spPr/>
        <p:txBody>
          <a:bodyPr/>
          <a:lstStyle/>
          <a:p>
            <a:r>
              <a:rPr lang="en-US" dirty="0"/>
              <a:t>Develop and adopt systems to reduce variability</a:t>
            </a:r>
            <a:br>
              <a:rPr lang="en-US" dirty="0"/>
            </a:br>
            <a:endParaRPr lang="en-US" dirty="0"/>
          </a:p>
        </p:txBody>
      </p:sp>
      <p:pic>
        <p:nvPicPr>
          <p:cNvPr id="9" name="Picture 2" descr="Leaders on X">
            <a:extLst>
              <a:ext uri="{FF2B5EF4-FFF2-40B4-BE49-F238E27FC236}">
                <a16:creationId xmlns:a16="http://schemas.microsoft.com/office/drawing/2014/main" id="{E88C530B-9FF2-D006-C454-6ACAEB2001B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4745" t="7913" b="21240"/>
          <a:stretch>
            <a:fillRect/>
          </a:stretch>
        </p:blipFill>
        <p:spPr bwMode="auto">
          <a:xfrm>
            <a:off x="3989326" y="1666981"/>
            <a:ext cx="4213347" cy="329800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37C3B3D-927D-D9CE-1195-6267AAB4EA28}"/>
              </a:ext>
            </a:extLst>
          </p:cNvPr>
          <p:cNvSpPr txBox="1"/>
          <p:nvPr/>
        </p:nvSpPr>
        <p:spPr>
          <a:xfrm>
            <a:off x="4915951" y="4442905"/>
            <a:ext cx="2360098" cy="369332"/>
          </a:xfrm>
          <a:prstGeom prst="rect">
            <a:avLst/>
          </a:prstGeom>
          <a:solidFill>
            <a:schemeClr val="tx1"/>
          </a:solidFill>
        </p:spPr>
        <p:txBody>
          <a:bodyPr wrap="square" rtlCol="0">
            <a:spAutoFit/>
          </a:bodyPr>
          <a:lstStyle/>
          <a:p>
            <a:pPr algn="ctr"/>
            <a:r>
              <a:rPr lang="en-US" dirty="0">
                <a:solidFill>
                  <a:schemeClr val="bg1"/>
                </a:solidFill>
              </a:rPr>
              <a:t>- Jacob’s parents</a:t>
            </a:r>
          </a:p>
        </p:txBody>
      </p:sp>
    </p:spTree>
    <p:extLst>
      <p:ext uri="{BB962C8B-B14F-4D97-AF65-F5344CB8AC3E}">
        <p14:creationId xmlns:p14="http://schemas.microsoft.com/office/powerpoint/2010/main" val="169284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F3D49-14D7-E148-26ED-E70417A4EEC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0EB6196-78C6-5508-FDA1-2A83FB6B6FB7}"/>
              </a:ext>
            </a:extLst>
          </p:cNvPr>
          <p:cNvSpPr>
            <a:spLocks noGrp="1"/>
          </p:cNvSpPr>
          <p:nvPr>
            <p:ph type="title"/>
          </p:nvPr>
        </p:nvSpPr>
        <p:spPr/>
        <p:txBody>
          <a:bodyPr/>
          <a:lstStyle/>
          <a:p>
            <a:r>
              <a:rPr lang="en-US" dirty="0"/>
              <a:t>Labels</a:t>
            </a:r>
            <a:br>
              <a:rPr lang="en-US" dirty="0"/>
            </a:br>
            <a:endParaRPr lang="en-US" dirty="0"/>
          </a:p>
        </p:txBody>
      </p:sp>
      <p:sp>
        <p:nvSpPr>
          <p:cNvPr id="7" name="Content Placeholder 6">
            <a:extLst>
              <a:ext uri="{FF2B5EF4-FFF2-40B4-BE49-F238E27FC236}">
                <a16:creationId xmlns:a16="http://schemas.microsoft.com/office/drawing/2014/main" id="{B5DF4EF9-E302-816D-E06F-5F44D1386B34}"/>
              </a:ext>
            </a:extLst>
          </p:cNvPr>
          <p:cNvSpPr>
            <a:spLocks noGrp="1"/>
          </p:cNvSpPr>
          <p:nvPr>
            <p:ph sz="half" idx="1"/>
          </p:nvPr>
        </p:nvSpPr>
        <p:spPr/>
        <p:txBody>
          <a:bodyPr>
            <a:normAutofit/>
          </a:bodyPr>
          <a:lstStyle/>
          <a:p>
            <a:pPr marL="0" indent="0">
              <a:buNone/>
            </a:pPr>
            <a:r>
              <a:rPr lang="en-US" sz="2400" b="1" dirty="0"/>
              <a:t>A minimally-sufficient label:</a:t>
            </a:r>
          </a:p>
          <a:p>
            <a:r>
              <a:rPr lang="en-US" sz="2400" dirty="0"/>
              <a:t>2x: Top and side</a:t>
            </a:r>
          </a:p>
          <a:p>
            <a:r>
              <a:rPr lang="en-US" sz="2400" i="1" dirty="0"/>
              <a:t>Experiment number</a:t>
            </a:r>
          </a:p>
          <a:p>
            <a:r>
              <a:rPr lang="en-US" sz="2400" dirty="0"/>
              <a:t>Source (cell line, </a:t>
            </a:r>
            <a:r>
              <a:rPr lang="en-US" sz="2400" i="1" dirty="0" err="1"/>
              <a:t>etc</a:t>
            </a:r>
            <a:r>
              <a:rPr lang="en-US" sz="2400" dirty="0"/>
              <a:t>)</a:t>
            </a:r>
          </a:p>
          <a:p>
            <a:pPr lvl="1"/>
            <a:r>
              <a:rPr lang="en-US" sz="2400" i="1" dirty="0"/>
              <a:t>Consider a color-code</a:t>
            </a:r>
          </a:p>
          <a:p>
            <a:r>
              <a:rPr lang="en-US" sz="2400" dirty="0"/>
              <a:t>Treatment</a:t>
            </a:r>
          </a:p>
          <a:p>
            <a:pPr lvl="1"/>
            <a:r>
              <a:rPr lang="en-US" sz="2400" i="1" dirty="0"/>
              <a:t>Consider a color-code</a:t>
            </a:r>
            <a:endParaRPr lang="en-US" sz="2400" dirty="0"/>
          </a:p>
          <a:p>
            <a:r>
              <a:rPr lang="en-US" sz="2400" dirty="0"/>
              <a:t>Concentration/Quantity</a:t>
            </a:r>
          </a:p>
          <a:p>
            <a:r>
              <a:rPr lang="en-US" sz="2400" dirty="0"/>
              <a:t>Date</a:t>
            </a:r>
          </a:p>
          <a:p>
            <a:r>
              <a:rPr lang="en-US" sz="2400" dirty="0"/>
              <a:t>Initials</a:t>
            </a:r>
          </a:p>
          <a:p>
            <a:endParaRPr lang="en-US" sz="2400" dirty="0"/>
          </a:p>
        </p:txBody>
      </p:sp>
      <p:pic>
        <p:nvPicPr>
          <p:cNvPr id="5" name="Picture 4">
            <a:extLst>
              <a:ext uri="{FF2B5EF4-FFF2-40B4-BE49-F238E27FC236}">
                <a16:creationId xmlns:a16="http://schemas.microsoft.com/office/drawing/2014/main" id="{A3E4F0A3-FA7C-1658-BCEF-275892ADC40C}"/>
              </a:ext>
            </a:extLst>
          </p:cNvPr>
          <p:cNvPicPr>
            <a:picLocks noChangeAspect="1"/>
          </p:cNvPicPr>
          <p:nvPr/>
        </p:nvPicPr>
        <p:blipFill>
          <a:blip r:embed="rId2"/>
          <a:stretch>
            <a:fillRect/>
          </a:stretch>
        </p:blipFill>
        <p:spPr>
          <a:xfrm>
            <a:off x="5971938" y="889000"/>
            <a:ext cx="4800600" cy="5080000"/>
          </a:xfrm>
          <a:prstGeom prst="rect">
            <a:avLst/>
          </a:prstGeom>
        </p:spPr>
      </p:pic>
      <p:pic>
        <p:nvPicPr>
          <p:cNvPr id="9" name="Picture 8">
            <a:extLst>
              <a:ext uri="{FF2B5EF4-FFF2-40B4-BE49-F238E27FC236}">
                <a16:creationId xmlns:a16="http://schemas.microsoft.com/office/drawing/2014/main" id="{ADE54A2F-7143-4CDD-764D-3C7F0E0AD1BB}"/>
              </a:ext>
            </a:extLst>
          </p:cNvPr>
          <p:cNvPicPr>
            <a:picLocks noChangeAspect="1"/>
          </p:cNvPicPr>
          <p:nvPr/>
        </p:nvPicPr>
        <p:blipFill>
          <a:blip r:embed="rId3"/>
          <a:stretch>
            <a:fillRect/>
          </a:stretch>
        </p:blipFill>
        <p:spPr>
          <a:xfrm>
            <a:off x="5300839" y="1750003"/>
            <a:ext cx="4479890" cy="3735122"/>
          </a:xfrm>
          <a:prstGeom prst="rect">
            <a:avLst/>
          </a:prstGeom>
        </p:spPr>
      </p:pic>
      <p:pic>
        <p:nvPicPr>
          <p:cNvPr id="10" name="Picture 9">
            <a:extLst>
              <a:ext uri="{FF2B5EF4-FFF2-40B4-BE49-F238E27FC236}">
                <a16:creationId xmlns:a16="http://schemas.microsoft.com/office/drawing/2014/main" id="{7EA33D0F-C6AA-DD5D-628D-D393E8D8FB77}"/>
              </a:ext>
            </a:extLst>
          </p:cNvPr>
          <p:cNvPicPr>
            <a:picLocks noChangeAspect="1"/>
          </p:cNvPicPr>
          <p:nvPr/>
        </p:nvPicPr>
        <p:blipFill>
          <a:blip r:embed="rId4"/>
          <a:stretch>
            <a:fillRect/>
          </a:stretch>
        </p:blipFill>
        <p:spPr>
          <a:xfrm>
            <a:off x="9780729" y="1574191"/>
            <a:ext cx="1944491" cy="4207476"/>
          </a:xfrm>
          <a:prstGeom prst="rect">
            <a:avLst/>
          </a:prstGeom>
        </p:spPr>
      </p:pic>
    </p:spTree>
    <p:extLst>
      <p:ext uri="{BB962C8B-B14F-4D97-AF65-F5344CB8AC3E}">
        <p14:creationId xmlns:p14="http://schemas.microsoft.com/office/powerpoint/2010/main" val="2304490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5"/>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AD878-3255-82F7-B926-126648F98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312D8-FDE0-DCEC-8C8D-5B377E5421D9}"/>
              </a:ext>
            </a:extLst>
          </p:cNvPr>
          <p:cNvSpPr>
            <a:spLocks noGrp="1"/>
          </p:cNvSpPr>
          <p:nvPr>
            <p:ph type="title"/>
          </p:nvPr>
        </p:nvSpPr>
        <p:spPr/>
        <p:txBody>
          <a:bodyPr/>
          <a:lstStyle/>
          <a:p>
            <a:r>
              <a:rPr lang="en-US" dirty="0"/>
              <a:t>My system to reduce variability</a:t>
            </a:r>
            <a:br>
              <a:rPr lang="en-US" dirty="0"/>
            </a:br>
            <a:endParaRPr lang="en-US" dirty="0"/>
          </a:p>
        </p:txBody>
      </p:sp>
      <p:sp>
        <p:nvSpPr>
          <p:cNvPr id="3" name="Content Placeholder 2">
            <a:extLst>
              <a:ext uri="{FF2B5EF4-FFF2-40B4-BE49-F238E27FC236}">
                <a16:creationId xmlns:a16="http://schemas.microsoft.com/office/drawing/2014/main" id="{D132EAF5-242F-E594-205D-CC764AEBBCF5}"/>
              </a:ext>
            </a:extLst>
          </p:cNvPr>
          <p:cNvSpPr>
            <a:spLocks noGrp="1"/>
          </p:cNvSpPr>
          <p:nvPr>
            <p:ph sz="half" idx="1"/>
          </p:nvPr>
        </p:nvSpPr>
        <p:spPr>
          <a:xfrm>
            <a:off x="415636" y="1178896"/>
            <a:ext cx="5680364" cy="4998067"/>
          </a:xfrm>
        </p:spPr>
        <p:txBody>
          <a:bodyPr/>
          <a:lstStyle/>
          <a:p>
            <a:endParaRPr lang="en-US" dirty="0"/>
          </a:p>
          <a:p>
            <a:pPr marL="0" indent="0">
              <a:buNone/>
            </a:pPr>
            <a:r>
              <a:rPr lang="en-US" dirty="0"/>
              <a:t>…has developed out of my desire to do less work, better.</a:t>
            </a:r>
          </a:p>
          <a:p>
            <a:endParaRPr lang="en-US" dirty="0"/>
          </a:p>
          <a:p>
            <a:endParaRPr lang="en-US" dirty="0"/>
          </a:p>
          <a:p>
            <a:pPr marL="457200" indent="-457200">
              <a:buFont typeface="+mj-lt"/>
              <a:buAutoNum type="arabicPeriod"/>
            </a:pPr>
            <a:r>
              <a:rPr lang="en-US" dirty="0"/>
              <a:t>Inventory Sheet</a:t>
            </a:r>
          </a:p>
          <a:p>
            <a:pPr marL="457200" indent="-457200">
              <a:buFont typeface="+mj-lt"/>
              <a:buAutoNum type="arabicPeriod"/>
            </a:pPr>
            <a:r>
              <a:rPr lang="en-US" dirty="0">
                <a:sym typeface="Wingdings" pitchFamily="2" charset="2"/>
              </a:rPr>
              <a:t>Very simply code: “</a:t>
            </a:r>
            <a:r>
              <a:rPr lang="en-US" dirty="0" err="1">
                <a:sym typeface="Wingdings" pitchFamily="2" charset="2"/>
              </a:rPr>
              <a:t>mkdir</a:t>
            </a:r>
            <a:r>
              <a:rPr lang="en-US" dirty="0">
                <a:sym typeface="Wingdings" pitchFamily="2" charset="2"/>
              </a:rPr>
              <a:t>"</a:t>
            </a:r>
          </a:p>
          <a:p>
            <a:pPr marL="457200" indent="-457200">
              <a:buFont typeface="+mj-lt"/>
              <a:buAutoNum type="arabicPeriod"/>
            </a:pPr>
            <a:r>
              <a:rPr lang="en-US" dirty="0"/>
              <a:t>Written protocols</a:t>
            </a:r>
          </a:p>
          <a:p>
            <a:pPr marL="914400" lvl="1" indent="-457200">
              <a:buFont typeface="+mj-lt"/>
              <a:buAutoNum type="arabicPeriod"/>
            </a:pPr>
            <a:r>
              <a:rPr lang="en-US" dirty="0"/>
              <a:t>Digital, but also a physical notebook</a:t>
            </a:r>
          </a:p>
          <a:p>
            <a:pPr marL="457200" indent="-457200">
              <a:buFont typeface="+mj-lt"/>
              <a:buAutoNum type="arabicPeriod"/>
            </a:pPr>
            <a:r>
              <a:rPr lang="en-US" dirty="0" err="1">
                <a:sym typeface="Wingdings" pitchFamily="2" charset="2"/>
              </a:rPr>
              <a:t>Rmarkdown</a:t>
            </a:r>
            <a:r>
              <a:rPr lang="en-US" dirty="0">
                <a:sym typeface="Wingdings" pitchFamily="2" charset="2"/>
              </a:rPr>
              <a:t> processor</a:t>
            </a:r>
          </a:p>
          <a:p>
            <a:pPr marL="914400" lvl="1" indent="-457200">
              <a:buFont typeface="+mj-lt"/>
              <a:buAutoNum type="arabicPeriod"/>
            </a:pPr>
            <a:endParaRPr lang="en-US" i="1" dirty="0">
              <a:sym typeface="Wingdings" pitchFamily="2" charset="2"/>
            </a:endParaRPr>
          </a:p>
          <a:p>
            <a:pPr marL="457200" lvl="1" indent="0">
              <a:buNone/>
            </a:pPr>
            <a:r>
              <a:rPr lang="en-US" i="1" dirty="0">
                <a:sym typeface="Wingdings" pitchFamily="2" charset="2"/>
              </a:rPr>
              <a:t>	Fewer clicks, please!</a:t>
            </a:r>
            <a:endParaRPr lang="en-US" i="1" dirty="0"/>
          </a:p>
        </p:txBody>
      </p:sp>
      <p:pic>
        <p:nvPicPr>
          <p:cNvPr id="4" name="Picture 2" descr="QR Code Image">
            <a:extLst>
              <a:ext uri="{FF2B5EF4-FFF2-40B4-BE49-F238E27FC236}">
                <a16:creationId xmlns:a16="http://schemas.microsoft.com/office/drawing/2014/main" id="{A2D47E56-4528-F14D-C22B-EBAEE27596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2645" y="1664179"/>
            <a:ext cx="3529642" cy="35296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C2B1F09-3757-B60A-77A6-3CF6FCECC960}"/>
              </a:ext>
            </a:extLst>
          </p:cNvPr>
          <p:cNvSpPr txBox="1"/>
          <p:nvPr/>
        </p:nvSpPr>
        <p:spPr>
          <a:xfrm>
            <a:off x="6718569" y="5644572"/>
            <a:ext cx="5057795" cy="369332"/>
          </a:xfrm>
          <a:prstGeom prst="rect">
            <a:avLst/>
          </a:prstGeom>
          <a:noFill/>
        </p:spPr>
        <p:txBody>
          <a:bodyPr wrap="none" rtlCol="0">
            <a:spAutoFit/>
          </a:bodyPr>
          <a:lstStyle/>
          <a:p>
            <a:r>
              <a:rPr lang="en-US" dirty="0"/>
              <a:t>https://</a:t>
            </a:r>
            <a:r>
              <a:rPr lang="en-US" dirty="0" err="1"/>
              <a:t>github.com</a:t>
            </a:r>
            <a:r>
              <a:rPr lang="en-US" dirty="0"/>
              <a:t>/</a:t>
            </a:r>
            <a:r>
              <a:rPr lang="en-US" dirty="0" err="1"/>
              <a:t>rothjs</a:t>
            </a:r>
            <a:r>
              <a:rPr lang="en-US" dirty="0"/>
              <a:t>-PhD/</a:t>
            </a:r>
            <a:r>
              <a:rPr lang="en-US" dirty="0" err="1"/>
              <a:t>DataManagement</a:t>
            </a:r>
            <a:endParaRPr lang="en-US" dirty="0"/>
          </a:p>
        </p:txBody>
      </p:sp>
    </p:spTree>
    <p:extLst>
      <p:ext uri="{BB962C8B-B14F-4D97-AF65-F5344CB8AC3E}">
        <p14:creationId xmlns:p14="http://schemas.microsoft.com/office/powerpoint/2010/main" val="18685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E849A-489E-EDE6-251A-8DB4A7303DEB}"/>
              </a:ext>
            </a:extLst>
          </p:cNvPr>
          <p:cNvSpPr>
            <a:spLocks noGrp="1"/>
          </p:cNvSpPr>
          <p:nvPr>
            <p:ph type="title"/>
          </p:nvPr>
        </p:nvSpPr>
        <p:spPr/>
        <p:txBody>
          <a:bodyPr/>
          <a:lstStyle/>
          <a:p>
            <a:r>
              <a:rPr lang="en-US" dirty="0"/>
              <a:t>My system to reduce variability</a:t>
            </a:r>
            <a:br>
              <a:rPr lang="en-US" dirty="0"/>
            </a:br>
            <a:endParaRPr lang="en-US" dirty="0"/>
          </a:p>
        </p:txBody>
      </p:sp>
      <p:pic>
        <p:nvPicPr>
          <p:cNvPr id="6" name="Picture 5">
            <a:extLst>
              <a:ext uri="{FF2B5EF4-FFF2-40B4-BE49-F238E27FC236}">
                <a16:creationId xmlns:a16="http://schemas.microsoft.com/office/drawing/2014/main" id="{8C119D5A-447C-67E7-4445-AA2ACF97FE03}"/>
              </a:ext>
            </a:extLst>
          </p:cNvPr>
          <p:cNvPicPr>
            <a:picLocks noChangeAspect="1"/>
          </p:cNvPicPr>
          <p:nvPr/>
        </p:nvPicPr>
        <p:blipFill>
          <a:blip r:embed="rId2"/>
          <a:stretch>
            <a:fillRect/>
          </a:stretch>
        </p:blipFill>
        <p:spPr>
          <a:xfrm>
            <a:off x="1305845" y="1339396"/>
            <a:ext cx="9791285" cy="4179207"/>
          </a:xfrm>
          <a:prstGeom prst="rect">
            <a:avLst/>
          </a:prstGeom>
        </p:spPr>
      </p:pic>
    </p:spTree>
    <p:extLst>
      <p:ext uri="{BB962C8B-B14F-4D97-AF65-F5344CB8AC3E}">
        <p14:creationId xmlns:p14="http://schemas.microsoft.com/office/powerpoint/2010/main" val="2318737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F359-2A9B-6C8B-B7F3-D5BE6C63F3D9}"/>
              </a:ext>
            </a:extLst>
          </p:cNvPr>
          <p:cNvSpPr>
            <a:spLocks noGrp="1"/>
          </p:cNvSpPr>
          <p:nvPr>
            <p:ph type="title"/>
          </p:nvPr>
        </p:nvSpPr>
        <p:spPr/>
        <p:txBody>
          <a:bodyPr/>
          <a:lstStyle/>
          <a:p>
            <a:r>
              <a:rPr lang="en-US" dirty="0"/>
              <a:t>My PhD OneDrive for lab data</a:t>
            </a:r>
            <a:br>
              <a:rPr lang="en-US" dirty="0"/>
            </a:br>
            <a:endParaRPr lang="en-US" dirty="0"/>
          </a:p>
        </p:txBody>
      </p:sp>
      <p:pic>
        <p:nvPicPr>
          <p:cNvPr id="12" name="Picture 11">
            <a:extLst>
              <a:ext uri="{FF2B5EF4-FFF2-40B4-BE49-F238E27FC236}">
                <a16:creationId xmlns:a16="http://schemas.microsoft.com/office/drawing/2014/main" id="{201C4813-B452-D58D-D8CC-98A5AF3D53F4}"/>
              </a:ext>
            </a:extLst>
          </p:cNvPr>
          <p:cNvPicPr>
            <a:picLocks noChangeAspect="1"/>
          </p:cNvPicPr>
          <p:nvPr/>
        </p:nvPicPr>
        <p:blipFill>
          <a:blip r:embed="rId2"/>
          <a:stretch>
            <a:fillRect/>
          </a:stretch>
        </p:blipFill>
        <p:spPr>
          <a:xfrm>
            <a:off x="1094154" y="1227504"/>
            <a:ext cx="4165600" cy="4051300"/>
          </a:xfrm>
          <a:prstGeom prst="rect">
            <a:avLst/>
          </a:prstGeom>
        </p:spPr>
      </p:pic>
      <p:sp>
        <p:nvSpPr>
          <p:cNvPr id="3" name="Right Arrow 2">
            <a:extLst>
              <a:ext uri="{FF2B5EF4-FFF2-40B4-BE49-F238E27FC236}">
                <a16:creationId xmlns:a16="http://schemas.microsoft.com/office/drawing/2014/main" id="{BA4DA930-6C81-237B-A386-B1B2D4F57FC8}"/>
              </a:ext>
            </a:extLst>
          </p:cNvPr>
          <p:cNvSpPr/>
          <p:nvPr/>
        </p:nvSpPr>
        <p:spPr>
          <a:xfrm rot="325521">
            <a:off x="4386596" y="2920753"/>
            <a:ext cx="1238582" cy="664801"/>
          </a:xfrm>
          <a:prstGeom prst="rightArrow">
            <a:avLst>
              <a:gd name="adj1" fmla="val 50000"/>
              <a:gd name="adj2" fmla="val 42708"/>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2516D81F-C6EE-DA57-B632-EB2D59FF2A47}"/>
              </a:ext>
            </a:extLst>
          </p:cNvPr>
          <p:cNvPicPr>
            <a:picLocks noGrp="1" noChangeAspect="1"/>
          </p:cNvPicPr>
          <p:nvPr>
            <p:ph sz="half" idx="1"/>
          </p:nvPr>
        </p:nvPicPr>
        <p:blipFill>
          <a:blip r:embed="rId3"/>
          <a:stretch>
            <a:fillRect/>
          </a:stretch>
        </p:blipFill>
        <p:spPr>
          <a:xfrm>
            <a:off x="6072069" y="2863688"/>
            <a:ext cx="5396920" cy="2759197"/>
          </a:xfrm>
          <a:prstGeom prst="rect">
            <a:avLst/>
          </a:prstGeom>
        </p:spPr>
      </p:pic>
    </p:spTree>
    <p:extLst>
      <p:ext uri="{BB962C8B-B14F-4D97-AF65-F5344CB8AC3E}">
        <p14:creationId xmlns:p14="http://schemas.microsoft.com/office/powerpoint/2010/main" val="1733763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85D4C-E974-FE68-A05F-56C60B30CA8D}"/>
              </a:ext>
            </a:extLst>
          </p:cNvPr>
          <p:cNvSpPr>
            <a:spLocks noGrp="1"/>
          </p:cNvSpPr>
          <p:nvPr>
            <p:ph type="title"/>
          </p:nvPr>
        </p:nvSpPr>
        <p:spPr/>
        <p:txBody>
          <a:bodyPr/>
          <a:lstStyle/>
          <a:p>
            <a:r>
              <a:rPr lang="en-US" dirty="0"/>
              <a:t>My PhD OneDrive for lab data: Inventory Sheet</a:t>
            </a:r>
            <a:br>
              <a:rPr lang="en-US" dirty="0"/>
            </a:br>
            <a:endParaRPr lang="en-US" dirty="0"/>
          </a:p>
        </p:txBody>
      </p:sp>
      <p:pic>
        <p:nvPicPr>
          <p:cNvPr id="4" name="Content Placeholder 3">
            <a:extLst>
              <a:ext uri="{FF2B5EF4-FFF2-40B4-BE49-F238E27FC236}">
                <a16:creationId xmlns:a16="http://schemas.microsoft.com/office/drawing/2014/main" id="{6F65A372-5CBE-5E4C-924E-780F7FF039BB}"/>
              </a:ext>
            </a:extLst>
          </p:cNvPr>
          <p:cNvPicPr>
            <a:picLocks noGrp="1" noChangeAspect="1"/>
          </p:cNvPicPr>
          <p:nvPr>
            <p:ph sz="half" idx="1"/>
          </p:nvPr>
        </p:nvPicPr>
        <p:blipFill>
          <a:blip r:embed="rId3"/>
          <a:stretch>
            <a:fillRect/>
          </a:stretch>
        </p:blipFill>
        <p:spPr>
          <a:xfrm>
            <a:off x="513664" y="1217062"/>
            <a:ext cx="5396920" cy="2759197"/>
          </a:xfrm>
          <a:prstGeom prst="rect">
            <a:avLst/>
          </a:prstGeom>
        </p:spPr>
      </p:pic>
      <p:pic>
        <p:nvPicPr>
          <p:cNvPr id="3" name="Picture 2">
            <a:extLst>
              <a:ext uri="{FF2B5EF4-FFF2-40B4-BE49-F238E27FC236}">
                <a16:creationId xmlns:a16="http://schemas.microsoft.com/office/drawing/2014/main" id="{29F70716-86D5-DD79-61A6-AD468BFE9732}"/>
              </a:ext>
            </a:extLst>
          </p:cNvPr>
          <p:cNvPicPr>
            <a:picLocks noChangeAspect="1"/>
          </p:cNvPicPr>
          <p:nvPr/>
        </p:nvPicPr>
        <p:blipFill>
          <a:blip r:embed="rId4"/>
          <a:stretch>
            <a:fillRect/>
          </a:stretch>
        </p:blipFill>
        <p:spPr>
          <a:xfrm>
            <a:off x="4906732" y="2943959"/>
            <a:ext cx="7129409" cy="3767402"/>
          </a:xfrm>
          <a:prstGeom prst="rect">
            <a:avLst/>
          </a:prstGeom>
        </p:spPr>
      </p:pic>
      <p:sp>
        <p:nvSpPr>
          <p:cNvPr id="5" name="Right Arrow 4">
            <a:extLst>
              <a:ext uri="{FF2B5EF4-FFF2-40B4-BE49-F238E27FC236}">
                <a16:creationId xmlns:a16="http://schemas.microsoft.com/office/drawing/2014/main" id="{B30AD328-3E26-C8BD-2EC9-6F1EC03C58BE}"/>
              </a:ext>
            </a:extLst>
          </p:cNvPr>
          <p:cNvSpPr/>
          <p:nvPr/>
        </p:nvSpPr>
        <p:spPr>
          <a:xfrm rot="1979250">
            <a:off x="5008207" y="2549282"/>
            <a:ext cx="986319" cy="664801"/>
          </a:xfrm>
          <a:prstGeom prst="rightArrow">
            <a:avLst>
              <a:gd name="adj1" fmla="val 50000"/>
              <a:gd name="adj2" fmla="val 42708"/>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EEE6A44-01E3-41E7-DB16-63627E69E0B2}"/>
              </a:ext>
            </a:extLst>
          </p:cNvPr>
          <p:cNvSpPr/>
          <p:nvPr/>
        </p:nvSpPr>
        <p:spPr>
          <a:xfrm>
            <a:off x="5034337" y="6164494"/>
            <a:ext cx="6657654" cy="546867"/>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4713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DFBCA-AB24-3C28-8527-347267BBC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75E08-D592-3524-B136-98BA375C2D13}"/>
              </a:ext>
            </a:extLst>
          </p:cNvPr>
          <p:cNvSpPr>
            <a:spLocks noGrp="1"/>
          </p:cNvSpPr>
          <p:nvPr>
            <p:ph type="title"/>
          </p:nvPr>
        </p:nvSpPr>
        <p:spPr/>
        <p:txBody>
          <a:bodyPr/>
          <a:lstStyle/>
          <a:p>
            <a:r>
              <a:rPr lang="en-US" dirty="0"/>
              <a:t>My PhD OneDrive for lab data</a:t>
            </a:r>
            <a:br>
              <a:rPr lang="en-US" dirty="0"/>
            </a:br>
            <a:endParaRPr lang="en-US" dirty="0"/>
          </a:p>
        </p:txBody>
      </p:sp>
      <p:pic>
        <p:nvPicPr>
          <p:cNvPr id="9" name="Picture 8">
            <a:extLst>
              <a:ext uri="{FF2B5EF4-FFF2-40B4-BE49-F238E27FC236}">
                <a16:creationId xmlns:a16="http://schemas.microsoft.com/office/drawing/2014/main" id="{3B7D8E05-4859-D08B-A269-3F54B58D8F49}"/>
              </a:ext>
            </a:extLst>
          </p:cNvPr>
          <p:cNvPicPr>
            <a:picLocks noChangeAspect="1"/>
          </p:cNvPicPr>
          <p:nvPr/>
        </p:nvPicPr>
        <p:blipFill>
          <a:blip r:embed="rId2"/>
          <a:stretch>
            <a:fillRect/>
          </a:stretch>
        </p:blipFill>
        <p:spPr>
          <a:xfrm>
            <a:off x="6627315" y="1993341"/>
            <a:ext cx="4165600" cy="3860800"/>
          </a:xfrm>
          <a:prstGeom prst="rect">
            <a:avLst/>
          </a:prstGeom>
        </p:spPr>
      </p:pic>
      <p:pic>
        <p:nvPicPr>
          <p:cNvPr id="12" name="Picture 11">
            <a:extLst>
              <a:ext uri="{FF2B5EF4-FFF2-40B4-BE49-F238E27FC236}">
                <a16:creationId xmlns:a16="http://schemas.microsoft.com/office/drawing/2014/main" id="{217F0B13-597F-D70C-88A8-A50DD4CFA076}"/>
              </a:ext>
            </a:extLst>
          </p:cNvPr>
          <p:cNvPicPr>
            <a:picLocks noChangeAspect="1"/>
          </p:cNvPicPr>
          <p:nvPr/>
        </p:nvPicPr>
        <p:blipFill>
          <a:blip r:embed="rId3"/>
          <a:stretch>
            <a:fillRect/>
          </a:stretch>
        </p:blipFill>
        <p:spPr>
          <a:xfrm>
            <a:off x="1094154" y="1227504"/>
            <a:ext cx="4165600" cy="4051300"/>
          </a:xfrm>
          <a:prstGeom prst="rect">
            <a:avLst/>
          </a:prstGeom>
        </p:spPr>
      </p:pic>
      <p:sp>
        <p:nvSpPr>
          <p:cNvPr id="3" name="Right Arrow 2">
            <a:extLst>
              <a:ext uri="{FF2B5EF4-FFF2-40B4-BE49-F238E27FC236}">
                <a16:creationId xmlns:a16="http://schemas.microsoft.com/office/drawing/2014/main" id="{4429E0B3-B392-EF49-F6F7-D71DB42CF11D}"/>
              </a:ext>
            </a:extLst>
          </p:cNvPr>
          <p:cNvSpPr/>
          <p:nvPr/>
        </p:nvSpPr>
        <p:spPr>
          <a:xfrm rot="1979250">
            <a:off x="5450375" y="2411963"/>
            <a:ext cx="986319" cy="664801"/>
          </a:xfrm>
          <a:prstGeom prst="rightArrow">
            <a:avLst>
              <a:gd name="adj1" fmla="val 50000"/>
              <a:gd name="adj2" fmla="val 42708"/>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2842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231E0-8C5C-E42D-35C8-3A267EA282C3}"/>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011B4FFE-A74F-A121-5A7A-35AD59716416}"/>
              </a:ext>
            </a:extLst>
          </p:cNvPr>
          <p:cNvPicPr>
            <a:picLocks noChangeAspect="1"/>
          </p:cNvPicPr>
          <p:nvPr/>
        </p:nvPicPr>
        <p:blipFill>
          <a:blip r:embed="rId3"/>
          <a:stretch>
            <a:fillRect/>
          </a:stretch>
        </p:blipFill>
        <p:spPr>
          <a:xfrm>
            <a:off x="581959" y="997528"/>
            <a:ext cx="6828692" cy="5179689"/>
          </a:xfrm>
          <a:prstGeom prst="rect">
            <a:avLst/>
          </a:prstGeom>
        </p:spPr>
      </p:pic>
      <p:sp>
        <p:nvSpPr>
          <p:cNvPr id="6" name="Content Placeholder 5">
            <a:extLst>
              <a:ext uri="{FF2B5EF4-FFF2-40B4-BE49-F238E27FC236}">
                <a16:creationId xmlns:a16="http://schemas.microsoft.com/office/drawing/2014/main" id="{0DD0F7AA-7386-E572-F8A4-E20058734B5D}"/>
              </a:ext>
            </a:extLst>
          </p:cNvPr>
          <p:cNvSpPr>
            <a:spLocks noGrp="1"/>
          </p:cNvSpPr>
          <p:nvPr>
            <p:ph sz="half" idx="1"/>
          </p:nvPr>
        </p:nvSpPr>
        <p:spPr/>
        <p:txBody>
          <a:bodyPr/>
          <a:lstStyle/>
          <a:p>
            <a:endParaRPr lang="en-US"/>
          </a:p>
        </p:txBody>
      </p:sp>
    </p:spTree>
    <p:extLst>
      <p:ext uri="{BB962C8B-B14F-4D97-AF65-F5344CB8AC3E}">
        <p14:creationId xmlns:p14="http://schemas.microsoft.com/office/powerpoint/2010/main" val="4269964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8A57A-D68B-D857-E185-7FDB08FE9EFE}"/>
              </a:ext>
            </a:extLst>
          </p:cNvPr>
          <p:cNvSpPr>
            <a:spLocks noGrp="1"/>
          </p:cNvSpPr>
          <p:nvPr>
            <p:ph type="title"/>
          </p:nvPr>
        </p:nvSpPr>
        <p:spPr/>
        <p:txBody>
          <a:bodyPr/>
          <a:lstStyle/>
          <a:p>
            <a:r>
              <a:rPr lang="en-US" dirty="0"/>
              <a:t>Every new experiment starts with an entry into my inventory excel file:</a:t>
            </a:r>
          </a:p>
        </p:txBody>
      </p:sp>
      <p:sp>
        <p:nvSpPr>
          <p:cNvPr id="4" name="Content Placeholder 7">
            <a:extLst>
              <a:ext uri="{FF2B5EF4-FFF2-40B4-BE49-F238E27FC236}">
                <a16:creationId xmlns:a16="http://schemas.microsoft.com/office/drawing/2014/main" id="{241A4ABB-806B-748D-D0DD-8C0EB4784960}"/>
              </a:ext>
            </a:extLst>
          </p:cNvPr>
          <p:cNvSpPr>
            <a:spLocks noGrp="1"/>
          </p:cNvSpPr>
          <p:nvPr>
            <p:ph sz="half" idx="1"/>
          </p:nvPr>
        </p:nvSpPr>
        <p:spPr/>
        <p:txBody>
          <a:bodyPr/>
          <a:lstStyle/>
          <a:p>
            <a:pPr marL="0" lvl="0" indent="0">
              <a:lnSpc>
                <a:spcPct val="100000"/>
              </a:lnSpc>
              <a:spcBef>
                <a:spcPts val="0"/>
              </a:spcBef>
              <a:buNone/>
              <a:defRPr/>
            </a:pPr>
            <a:r>
              <a:rPr lang="en-US" dirty="0" err="1">
                <a:solidFill>
                  <a:schemeClr val="bg1"/>
                </a:solidFill>
              </a:rPr>
              <a:t>mkdir</a:t>
            </a:r>
            <a:r>
              <a:rPr lang="en-US" dirty="0">
                <a:solidFill>
                  <a:schemeClr val="bg1"/>
                </a:solidFill>
              </a:rPr>
              <a:t> -p ~/OneDrive/</a:t>
            </a:r>
            <a:r>
              <a:rPr lang="en-US" dirty="0" err="1">
                <a:solidFill>
                  <a:schemeClr val="bg1"/>
                </a:solidFill>
              </a:rPr>
              <a:t>RothJacob_PhDFiles</a:t>
            </a:r>
            <a:r>
              <a:rPr lang="en-US" dirty="0">
                <a:solidFill>
                  <a:schemeClr val="bg1"/>
                </a:solidFill>
              </a:rPr>
              <a:t>/1-Projects/2-Experiments/</a:t>
            </a:r>
          </a:p>
          <a:p>
            <a:pPr marL="0" lvl="0" indent="0">
              <a:lnSpc>
                <a:spcPct val="100000"/>
              </a:lnSpc>
              <a:spcBef>
                <a:spcPts val="0"/>
              </a:spcBef>
              <a:buNone/>
              <a:defRPr/>
            </a:pPr>
            <a:r>
              <a:rPr lang="en-US" dirty="0"/>
              <a:t>JSRe0260-T_Cellular_NB06-051_WB-ForSolubleH3-H4-DetergentExtraction</a:t>
            </a:r>
            <a:r>
              <a:rPr lang="en-US" dirty="0">
                <a:solidFill>
                  <a:schemeClr val="bg1"/>
                </a:solidFill>
              </a:rPr>
              <a:t>/{1-notes,2-data_raw,3-code,4-data_processed,5-figures}</a:t>
            </a:r>
          </a:p>
        </p:txBody>
      </p:sp>
    </p:spTree>
    <p:extLst>
      <p:ext uri="{BB962C8B-B14F-4D97-AF65-F5344CB8AC3E}">
        <p14:creationId xmlns:p14="http://schemas.microsoft.com/office/powerpoint/2010/main" val="2948556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01B8E-9DA4-9FE0-EF1D-A81197EC7B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F466CDF-1635-594A-3A5B-4817D56976BB}"/>
              </a:ext>
            </a:extLst>
          </p:cNvPr>
          <p:cNvSpPr>
            <a:spLocks noGrp="1"/>
          </p:cNvSpPr>
          <p:nvPr>
            <p:ph type="title"/>
          </p:nvPr>
        </p:nvSpPr>
        <p:spPr/>
        <p:txBody>
          <a:bodyPr/>
          <a:lstStyle/>
          <a:p>
            <a:r>
              <a:rPr lang="en-US" dirty="0"/>
              <a:t>One line of code creates a standardized folder system:</a:t>
            </a:r>
            <a:br>
              <a:rPr lang="en-US" dirty="0">
                <a:highlight>
                  <a:srgbClr val="FFFF00"/>
                </a:highlight>
              </a:rPr>
            </a:br>
            <a:endParaRPr lang="en-US" dirty="0">
              <a:highlight>
                <a:srgbClr val="FFFF00"/>
              </a:highlight>
            </a:endParaRPr>
          </a:p>
        </p:txBody>
      </p:sp>
      <p:sp>
        <p:nvSpPr>
          <p:cNvPr id="3" name="Content Placeholder 2">
            <a:extLst>
              <a:ext uri="{FF2B5EF4-FFF2-40B4-BE49-F238E27FC236}">
                <a16:creationId xmlns:a16="http://schemas.microsoft.com/office/drawing/2014/main" id="{315CE1C3-4483-79ED-49BE-DCE16CA9FDB9}"/>
              </a:ext>
            </a:extLst>
          </p:cNvPr>
          <p:cNvSpPr>
            <a:spLocks noGrp="1"/>
          </p:cNvSpPr>
          <p:nvPr>
            <p:ph sz="half" idx="1"/>
          </p:nvPr>
        </p:nvSpPr>
        <p:spPr/>
        <p:txBody>
          <a:bodyPr/>
          <a:lstStyle/>
          <a:p>
            <a:pPr marL="0" lvl="0" indent="0">
              <a:lnSpc>
                <a:spcPct val="100000"/>
              </a:lnSpc>
              <a:spcBef>
                <a:spcPts val="0"/>
              </a:spcBef>
              <a:buNone/>
              <a:defRPr/>
            </a:pPr>
            <a:r>
              <a:rPr lang="en-US" dirty="0" err="1"/>
              <a:t>mkdir</a:t>
            </a:r>
            <a:r>
              <a:rPr lang="en-US" dirty="0"/>
              <a:t> -p ~/OneDrive/</a:t>
            </a:r>
            <a:r>
              <a:rPr lang="en-US" dirty="0" err="1"/>
              <a:t>RothJacob_PhDFiles</a:t>
            </a:r>
            <a:r>
              <a:rPr lang="en-US" dirty="0"/>
              <a:t>/1-Projects/2-Experiments/</a:t>
            </a:r>
          </a:p>
          <a:p>
            <a:pPr marL="0" lvl="0" indent="0">
              <a:lnSpc>
                <a:spcPct val="100000"/>
              </a:lnSpc>
              <a:spcBef>
                <a:spcPts val="0"/>
              </a:spcBef>
              <a:buNone/>
              <a:defRPr/>
            </a:pPr>
            <a:r>
              <a:rPr lang="en-US" u="sng" dirty="0"/>
              <a:t>JSRe0260-T_Cellular_NB06-051_WB-ForSolubleH3-H4-DetergentExtraction</a:t>
            </a:r>
            <a:r>
              <a:rPr lang="en-US" dirty="0"/>
              <a:t>/{1-notes,2-data_raw,3-code,4-data_processed,5-figures}</a:t>
            </a:r>
          </a:p>
        </p:txBody>
      </p:sp>
      <p:pic>
        <p:nvPicPr>
          <p:cNvPr id="5" name="Content Placeholder 3">
            <a:extLst>
              <a:ext uri="{FF2B5EF4-FFF2-40B4-BE49-F238E27FC236}">
                <a16:creationId xmlns:a16="http://schemas.microsoft.com/office/drawing/2014/main" id="{5595C891-F62A-51BE-A7AC-ABA2307FCAEE}"/>
              </a:ext>
            </a:extLst>
          </p:cNvPr>
          <p:cNvPicPr>
            <a:picLocks noChangeAspect="1"/>
          </p:cNvPicPr>
          <p:nvPr/>
        </p:nvPicPr>
        <p:blipFill>
          <a:blip r:embed="rId3"/>
          <a:stretch>
            <a:fillRect/>
          </a:stretch>
        </p:blipFill>
        <p:spPr>
          <a:xfrm>
            <a:off x="3045902" y="2413777"/>
            <a:ext cx="5867400" cy="3594100"/>
          </a:xfrm>
          <a:prstGeom prst="rect">
            <a:avLst/>
          </a:prstGeom>
          <a:ln w="38100">
            <a:solidFill>
              <a:schemeClr val="tx1"/>
            </a:solidFill>
          </a:ln>
        </p:spPr>
      </p:pic>
    </p:spTree>
    <p:extLst>
      <p:ext uri="{BB962C8B-B14F-4D97-AF65-F5344CB8AC3E}">
        <p14:creationId xmlns:p14="http://schemas.microsoft.com/office/powerpoint/2010/main" val="3881082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4653E-C970-6BA3-2270-0B4EC38792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324690-2BD1-8A4F-8594-59A0E62FAE8A}"/>
              </a:ext>
            </a:extLst>
          </p:cNvPr>
          <p:cNvSpPr>
            <a:spLocks noGrp="1"/>
          </p:cNvSpPr>
          <p:nvPr>
            <p:ph type="title"/>
          </p:nvPr>
        </p:nvSpPr>
        <p:spPr/>
        <p:txBody>
          <a:bodyPr/>
          <a:lstStyle/>
          <a:p>
            <a:r>
              <a:rPr lang="en-US" dirty="0"/>
              <a:t>Clear and unique naming examples:</a:t>
            </a:r>
            <a:br>
              <a:rPr lang="en-US" dirty="0"/>
            </a:br>
            <a:endParaRPr lang="en-US" dirty="0"/>
          </a:p>
        </p:txBody>
      </p:sp>
      <p:graphicFrame>
        <p:nvGraphicFramePr>
          <p:cNvPr id="4" name="Table 3">
            <a:extLst>
              <a:ext uri="{FF2B5EF4-FFF2-40B4-BE49-F238E27FC236}">
                <a16:creationId xmlns:a16="http://schemas.microsoft.com/office/drawing/2014/main" id="{16DEA49B-85D7-031A-0B2E-22B72DE3D1FA}"/>
              </a:ext>
            </a:extLst>
          </p:cNvPr>
          <p:cNvGraphicFramePr>
            <a:graphicFrameLocks noGrp="1"/>
          </p:cNvGraphicFramePr>
          <p:nvPr>
            <p:extLst>
              <p:ext uri="{D42A27DB-BD31-4B8C-83A1-F6EECF244321}">
                <p14:modId xmlns:p14="http://schemas.microsoft.com/office/powerpoint/2010/main" val="1500338230"/>
              </p:ext>
            </p:extLst>
          </p:nvPr>
        </p:nvGraphicFramePr>
        <p:xfrm>
          <a:off x="1230442" y="1110949"/>
          <a:ext cx="9683254" cy="5288140"/>
        </p:xfrm>
        <a:graphic>
          <a:graphicData uri="http://schemas.openxmlformats.org/drawingml/2006/table">
            <a:tbl>
              <a:tblPr firstRow="1" firstCol="1" bandRow="1">
                <a:tableStyleId>{5940675A-B579-460E-94D1-54222C63F5DA}</a:tableStyleId>
              </a:tblPr>
              <a:tblGrid>
                <a:gridCol w="1356635">
                  <a:extLst>
                    <a:ext uri="{9D8B030D-6E8A-4147-A177-3AD203B41FA5}">
                      <a16:colId xmlns:a16="http://schemas.microsoft.com/office/drawing/2014/main" val="270144641"/>
                    </a:ext>
                  </a:extLst>
                </a:gridCol>
                <a:gridCol w="8326619">
                  <a:extLst>
                    <a:ext uri="{9D8B030D-6E8A-4147-A177-3AD203B41FA5}">
                      <a16:colId xmlns:a16="http://schemas.microsoft.com/office/drawing/2014/main" val="3443791031"/>
                    </a:ext>
                  </a:extLst>
                </a:gridCol>
              </a:tblGrid>
              <a:tr h="356218">
                <a:tc gridSpan="2">
                  <a:txBody>
                    <a:bodyPr/>
                    <a:lstStyle/>
                    <a:p>
                      <a:pPr algn="ctr">
                        <a:buNone/>
                      </a:pPr>
                      <a:r>
                        <a:rPr lang="en-US" sz="1500">
                          <a:effectLst/>
                        </a:rPr>
                        <a:t>Within my folders I include these calls in file names:</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105285" marR="105285" marT="52642" marB="52642"/>
                </a:tc>
                <a:tc hMerge="1">
                  <a:txBody>
                    <a:bodyPr/>
                    <a:lstStyle/>
                    <a:p>
                      <a:endParaRPr lang="en-US"/>
                    </a:p>
                  </a:txBody>
                  <a:tcPr/>
                </a:tc>
                <a:extLst>
                  <a:ext uri="{0D108BD9-81ED-4DB2-BD59-A6C34878D82A}">
                    <a16:rowId xmlns:a16="http://schemas.microsoft.com/office/drawing/2014/main" val="1542591590"/>
                  </a:ext>
                </a:extLst>
              </a:tr>
              <a:tr h="469706">
                <a:tc>
                  <a:txBody>
                    <a:bodyPr/>
                    <a:lstStyle/>
                    <a:p>
                      <a:pPr>
                        <a:buNone/>
                      </a:pPr>
                      <a:r>
                        <a:rPr lang="en-US" sz="1500">
                          <a:effectLst/>
                        </a:rPr>
                        <a:t>JSRe####-T</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tc>
                  <a:txBody>
                    <a:bodyPr/>
                    <a:lstStyle/>
                    <a:p>
                      <a:pPr>
                        <a:buNone/>
                      </a:pPr>
                      <a:r>
                        <a:rPr lang="en-US" sz="1500">
                          <a:effectLst/>
                        </a:rPr>
                        <a:t>“Top” folder; useful to search “JSRe####-T” for any experiment to immediately navigate to an experiment of interest</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extLst>
                  <a:ext uri="{0D108BD9-81ED-4DB2-BD59-A6C34878D82A}">
                    <a16:rowId xmlns:a16="http://schemas.microsoft.com/office/drawing/2014/main" val="3605081347"/>
                  </a:ext>
                </a:extLst>
              </a:tr>
              <a:tr h="704560">
                <a:tc>
                  <a:txBody>
                    <a:bodyPr/>
                    <a:lstStyle/>
                    <a:p>
                      <a:pPr>
                        <a:buNone/>
                      </a:pPr>
                      <a:r>
                        <a:rPr lang="en-US" sz="1500">
                          <a:effectLst/>
                        </a:rPr>
                        <a:t>JSRg###</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tc>
                  <a:txBody>
                    <a:bodyPr/>
                    <a:lstStyle/>
                    <a:p>
                      <a:pPr>
                        <a:buNone/>
                      </a:pPr>
                      <a:r>
                        <a:rPr lang="en-US" sz="1500">
                          <a:effectLst/>
                        </a:rPr>
                        <a:t>Any gel I have ever run has a unique ID; agarose gels, western blots, Coomassie stains, everything. Massively simplifies keeping track of western blots as well. Save this name with every image for the named gel (along with the experiment number)</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extLst>
                  <a:ext uri="{0D108BD9-81ED-4DB2-BD59-A6C34878D82A}">
                    <a16:rowId xmlns:a16="http://schemas.microsoft.com/office/drawing/2014/main" val="3421521040"/>
                  </a:ext>
                </a:extLst>
              </a:tr>
              <a:tr h="234854">
                <a:tc>
                  <a:txBody>
                    <a:bodyPr/>
                    <a:lstStyle/>
                    <a:p>
                      <a:pPr>
                        <a:buNone/>
                      </a:pPr>
                      <a:r>
                        <a:rPr lang="en-US" sz="1500">
                          <a:effectLst/>
                        </a:rPr>
                        <a:t>JSRp###</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tc>
                  <a:txBody>
                    <a:bodyPr/>
                    <a:lstStyle/>
                    <a:p>
                      <a:pPr>
                        <a:buNone/>
                      </a:pPr>
                      <a:r>
                        <a:rPr lang="en-US" sz="1500">
                          <a:effectLst/>
                        </a:rPr>
                        <a:t>Any plasmid I’ve ever collected</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extLst>
                  <a:ext uri="{0D108BD9-81ED-4DB2-BD59-A6C34878D82A}">
                    <a16:rowId xmlns:a16="http://schemas.microsoft.com/office/drawing/2014/main" val="3198134036"/>
                  </a:ext>
                </a:extLst>
              </a:tr>
              <a:tr h="234854">
                <a:tc>
                  <a:txBody>
                    <a:bodyPr/>
                    <a:lstStyle/>
                    <a:p>
                      <a:pPr>
                        <a:buNone/>
                      </a:pPr>
                      <a:r>
                        <a:rPr lang="en-US" sz="1500">
                          <a:effectLst/>
                        </a:rPr>
                        <a:t>JSRi###</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tc>
                  <a:txBody>
                    <a:bodyPr/>
                    <a:lstStyle/>
                    <a:p>
                      <a:pPr>
                        <a:buNone/>
                      </a:pPr>
                      <a:r>
                        <a:rPr lang="en-US" sz="1500">
                          <a:effectLst/>
                        </a:rPr>
                        <a:t>Any oligo I order: primers/DNA sequences, RNA, etc</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extLst>
                  <a:ext uri="{0D108BD9-81ED-4DB2-BD59-A6C34878D82A}">
                    <a16:rowId xmlns:a16="http://schemas.microsoft.com/office/drawing/2014/main" val="1138146500"/>
                  </a:ext>
                </a:extLst>
              </a:tr>
              <a:tr h="939414">
                <a:tc>
                  <a:txBody>
                    <a:bodyPr/>
                    <a:lstStyle/>
                    <a:p>
                      <a:pPr>
                        <a:buNone/>
                      </a:pPr>
                      <a:r>
                        <a:rPr lang="en-US" sz="1500">
                          <a:effectLst/>
                        </a:rPr>
                        <a:t>JSRs####</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tc>
                  <a:txBody>
                    <a:bodyPr/>
                    <a:lstStyle/>
                    <a:p>
                      <a:pPr>
                        <a:buNone/>
                      </a:pPr>
                      <a:r>
                        <a:rPr lang="en-US" sz="1500">
                          <a:effectLst/>
                        </a:rPr>
                        <a:t>Immunofluorescence slides; I add more meta data to each slide, with with this code + an excel file with the metadata, a singular annotation on a slide is sufficient to communicate all data (so long as excel file is updated)</a:t>
                      </a:r>
                      <a:endParaRPr lang="en-US" sz="1700">
                        <a:effectLst/>
                      </a:endParaRPr>
                    </a:p>
                    <a:p>
                      <a:pPr>
                        <a:buNone/>
                      </a:pPr>
                      <a:r>
                        <a:rPr lang="en-US" sz="1500">
                          <a:effectLst/>
                        </a:rPr>
                        <a:t> </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extLst>
                  <a:ext uri="{0D108BD9-81ED-4DB2-BD59-A6C34878D82A}">
                    <a16:rowId xmlns:a16="http://schemas.microsoft.com/office/drawing/2014/main" val="2469224607"/>
                  </a:ext>
                </a:extLst>
              </a:tr>
              <a:tr h="469706">
                <a:tc>
                  <a:txBody>
                    <a:bodyPr/>
                    <a:lstStyle/>
                    <a:p>
                      <a:pPr>
                        <a:buNone/>
                      </a:pPr>
                      <a:r>
                        <a:rPr lang="en-US" sz="1500">
                          <a:effectLst/>
                        </a:rPr>
                        <a:t>JSRe####-I</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tc>
                  <a:txBody>
                    <a:bodyPr/>
                    <a:lstStyle/>
                    <a:p>
                      <a:pPr>
                        <a:buNone/>
                      </a:pPr>
                      <a:r>
                        <a:rPr lang="en-US" sz="1500">
                          <a:effectLst/>
                        </a:rPr>
                        <a:t>“Illustrator” file; useful to search “JSRe####-I” for any experiment to immediately navigate to an adobe illustrator data sheet of interest.</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extLst>
                  <a:ext uri="{0D108BD9-81ED-4DB2-BD59-A6C34878D82A}">
                    <a16:rowId xmlns:a16="http://schemas.microsoft.com/office/drawing/2014/main" val="2049848577"/>
                  </a:ext>
                </a:extLst>
              </a:tr>
              <a:tr h="234854">
                <a:tc>
                  <a:txBody>
                    <a:bodyPr/>
                    <a:lstStyle/>
                    <a:p>
                      <a:pPr>
                        <a:buNone/>
                      </a:pPr>
                      <a:r>
                        <a:rPr lang="en-US" sz="1500">
                          <a:effectLst/>
                        </a:rPr>
                        <a:t>JSRe####-G</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tc>
                  <a:txBody>
                    <a:bodyPr/>
                    <a:lstStyle/>
                    <a:p>
                      <a:pPr>
                        <a:buNone/>
                      </a:pPr>
                      <a:r>
                        <a:rPr lang="en-US" sz="1500">
                          <a:effectLst/>
                        </a:rPr>
                        <a:t>Graphpad Prism file for a project</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extLst>
                  <a:ext uri="{0D108BD9-81ED-4DB2-BD59-A6C34878D82A}">
                    <a16:rowId xmlns:a16="http://schemas.microsoft.com/office/drawing/2014/main" val="824797854"/>
                  </a:ext>
                </a:extLst>
              </a:tr>
              <a:tr h="1643974">
                <a:tc>
                  <a:txBody>
                    <a:bodyPr/>
                    <a:lstStyle/>
                    <a:p>
                      <a:pPr>
                        <a:buNone/>
                      </a:pPr>
                      <a:r>
                        <a:rPr lang="en-US" sz="1500">
                          <a:effectLst/>
                        </a:rPr>
                        <a:t>JSRe####-R</a:t>
                      </a:r>
                      <a:endParaRPr lang="en-US" sz="17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tc>
                  <a:txBody>
                    <a:bodyPr/>
                    <a:lstStyle/>
                    <a:p>
                      <a:pPr>
                        <a:buNone/>
                      </a:pPr>
                      <a:r>
                        <a:rPr lang="en-US" sz="1500" dirty="0">
                          <a:effectLst/>
                        </a:rPr>
                        <a:t>“Results” file; useful to search “</a:t>
                      </a:r>
                      <a:r>
                        <a:rPr lang="en-US" sz="1500" dirty="0" err="1">
                          <a:effectLst/>
                        </a:rPr>
                        <a:t>JSRe</a:t>
                      </a:r>
                      <a:r>
                        <a:rPr lang="en-US" sz="1500" dirty="0">
                          <a:effectLst/>
                        </a:rPr>
                        <a:t>####-R” for any experiment to immediately navigate to the summary results of an exp. This is so helpful when talking to David and I want to quickly pull up the digital results of an experiment to show him in lab meeting. Once I have found that file, the filename will also have the NB##-### reference number to immediately navigate to the relevant physical NB page. If coded into </a:t>
                      </a:r>
                      <a:r>
                        <a:rPr lang="en-US" sz="1500" dirty="0" err="1">
                          <a:effectLst/>
                        </a:rPr>
                        <a:t>Rmd</a:t>
                      </a:r>
                      <a:r>
                        <a:rPr lang="en-US" sz="1500" dirty="0">
                          <a:effectLst/>
                        </a:rPr>
                        <a:t> file, better to have </a:t>
                      </a:r>
                      <a:r>
                        <a:rPr lang="en-US" sz="1500" dirty="0" err="1">
                          <a:effectLst/>
                        </a:rPr>
                        <a:t>png</a:t>
                      </a:r>
                      <a:r>
                        <a:rPr lang="en-US" sz="1500" dirty="0">
                          <a:effectLst/>
                        </a:rPr>
                        <a:t> vs pdf images.</a:t>
                      </a:r>
                      <a:endParaRPr lang="en-US" sz="1700" dirty="0">
                        <a:effectLst/>
                      </a:endParaRPr>
                    </a:p>
                    <a:p>
                      <a:pPr>
                        <a:buNone/>
                      </a:pPr>
                      <a:r>
                        <a:rPr lang="en-US" sz="1500" dirty="0">
                          <a:effectLst/>
                        </a:rPr>
                        <a:t>Further, </a:t>
                      </a:r>
                      <a:r>
                        <a:rPr lang="en-US" sz="1500" dirty="0" err="1">
                          <a:effectLst/>
                        </a:rPr>
                        <a:t>png</a:t>
                      </a:r>
                      <a:r>
                        <a:rPr lang="en-US" sz="1500" dirty="0">
                          <a:effectLst/>
                        </a:rPr>
                        <a:t> images in illustrator will retain quality over time, whereas pdf lose quality (unless linked to source image, which is another issue)</a:t>
                      </a:r>
                      <a:endParaRPr lang="en-US" sz="17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96077" marR="96077" marT="0" marB="0"/>
                </a:tc>
                <a:extLst>
                  <a:ext uri="{0D108BD9-81ED-4DB2-BD59-A6C34878D82A}">
                    <a16:rowId xmlns:a16="http://schemas.microsoft.com/office/drawing/2014/main" val="2076035643"/>
                  </a:ext>
                </a:extLst>
              </a:tr>
            </a:tbl>
          </a:graphicData>
        </a:graphic>
      </p:graphicFrame>
    </p:spTree>
    <p:extLst>
      <p:ext uri="{BB962C8B-B14F-4D97-AF65-F5344CB8AC3E}">
        <p14:creationId xmlns:p14="http://schemas.microsoft.com/office/powerpoint/2010/main" val="274818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2154059-73B5-FB46-D5AC-56C9A19CEF9F}"/>
              </a:ext>
            </a:extLst>
          </p:cNvPr>
          <p:cNvPicPr>
            <a:picLocks noChangeAspect="1"/>
          </p:cNvPicPr>
          <p:nvPr/>
        </p:nvPicPr>
        <p:blipFill>
          <a:blip r:embed="rId2"/>
          <a:stretch>
            <a:fillRect/>
          </a:stretch>
        </p:blipFill>
        <p:spPr>
          <a:xfrm>
            <a:off x="2599185" y="1896837"/>
            <a:ext cx="7320202" cy="2250621"/>
          </a:xfrm>
          <a:prstGeom prst="rect">
            <a:avLst/>
          </a:prstGeom>
        </p:spPr>
      </p:pic>
      <p:sp>
        <p:nvSpPr>
          <p:cNvPr id="4" name="Title 3">
            <a:extLst>
              <a:ext uri="{FF2B5EF4-FFF2-40B4-BE49-F238E27FC236}">
                <a16:creationId xmlns:a16="http://schemas.microsoft.com/office/drawing/2014/main" id="{6C7352C2-4E36-EAB1-8F21-1348384E81B8}"/>
              </a:ext>
            </a:extLst>
          </p:cNvPr>
          <p:cNvSpPr>
            <a:spLocks noGrp="1"/>
          </p:cNvSpPr>
          <p:nvPr>
            <p:ph type="title"/>
          </p:nvPr>
        </p:nvSpPr>
        <p:spPr/>
        <p:txBody>
          <a:bodyPr/>
          <a:lstStyle/>
          <a:p>
            <a:r>
              <a:rPr lang="en-US" dirty="0"/>
              <a:t>What were the results from that e0281 again??</a:t>
            </a:r>
            <a:br>
              <a:rPr lang="en-US" dirty="0"/>
            </a:br>
            <a:endParaRPr lang="en-US" dirty="0"/>
          </a:p>
        </p:txBody>
      </p:sp>
      <p:sp>
        <p:nvSpPr>
          <p:cNvPr id="5" name="Content Placeholder 4">
            <a:extLst>
              <a:ext uri="{FF2B5EF4-FFF2-40B4-BE49-F238E27FC236}">
                <a16:creationId xmlns:a16="http://schemas.microsoft.com/office/drawing/2014/main" id="{D0192035-4A29-531C-1D8F-940A3CFDDF0C}"/>
              </a:ext>
            </a:extLst>
          </p:cNvPr>
          <p:cNvSpPr>
            <a:spLocks noGrp="1"/>
          </p:cNvSpPr>
          <p:nvPr>
            <p:ph sz="half" idx="1"/>
          </p:nvPr>
        </p:nvSpPr>
        <p:spPr/>
        <p:txBody>
          <a:bodyPr>
            <a:normAutofit/>
          </a:bodyPr>
          <a:lstStyle/>
          <a:p>
            <a:pPr marL="0" indent="0" algn="ctr">
              <a:buNone/>
            </a:pPr>
            <a:r>
              <a:rPr lang="en-US" sz="2400" dirty="0"/>
              <a:t>“</a:t>
            </a:r>
            <a:r>
              <a:rPr lang="en-US" sz="2400" dirty="0" err="1"/>
              <a:t>cmd+F</a:t>
            </a:r>
            <a:r>
              <a:rPr lang="en-US" sz="2400" dirty="0"/>
              <a:t>” </a:t>
            </a:r>
            <a:r>
              <a:rPr lang="en-US" sz="2400" dirty="0">
                <a:sym typeface="Wingdings" pitchFamily="2" charset="2"/>
              </a:rPr>
              <a:t> “JSRe0281-R”</a:t>
            </a:r>
            <a:endParaRPr lang="en-US" sz="2400" dirty="0"/>
          </a:p>
        </p:txBody>
      </p:sp>
    </p:spTree>
    <p:extLst>
      <p:ext uri="{BB962C8B-B14F-4D97-AF65-F5344CB8AC3E}">
        <p14:creationId xmlns:p14="http://schemas.microsoft.com/office/powerpoint/2010/main" val="244439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A1300-4DC3-E024-62FC-92C737F8663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E270CA2-748B-4EC0-A989-27F51CACD2BA}"/>
              </a:ext>
            </a:extLst>
          </p:cNvPr>
          <p:cNvSpPr>
            <a:spLocks noGrp="1"/>
          </p:cNvSpPr>
          <p:nvPr>
            <p:ph type="title"/>
          </p:nvPr>
        </p:nvSpPr>
        <p:spPr/>
        <p:txBody>
          <a:bodyPr/>
          <a:lstStyle/>
          <a:p>
            <a:r>
              <a:rPr lang="en-US" dirty="0"/>
              <a:t>What gels did I run for JSRe0249 again?</a:t>
            </a:r>
            <a:br>
              <a:rPr lang="en-US" dirty="0"/>
            </a:br>
            <a:endParaRPr lang="en-US" dirty="0"/>
          </a:p>
        </p:txBody>
      </p:sp>
      <p:sp>
        <p:nvSpPr>
          <p:cNvPr id="5" name="Content Placeholder 4">
            <a:extLst>
              <a:ext uri="{FF2B5EF4-FFF2-40B4-BE49-F238E27FC236}">
                <a16:creationId xmlns:a16="http://schemas.microsoft.com/office/drawing/2014/main" id="{FB506180-7608-F4AA-F074-0BC8348D5405}"/>
              </a:ext>
            </a:extLst>
          </p:cNvPr>
          <p:cNvSpPr>
            <a:spLocks noGrp="1"/>
          </p:cNvSpPr>
          <p:nvPr>
            <p:ph sz="half" idx="1"/>
          </p:nvPr>
        </p:nvSpPr>
        <p:spPr/>
        <p:txBody>
          <a:bodyPr>
            <a:normAutofit/>
          </a:bodyPr>
          <a:lstStyle/>
          <a:p>
            <a:pPr marL="0" indent="0" algn="ctr">
              <a:buNone/>
            </a:pPr>
            <a:r>
              <a:rPr lang="en-US" sz="2400" dirty="0"/>
              <a:t>“</a:t>
            </a:r>
            <a:r>
              <a:rPr lang="en-US" sz="2400" dirty="0" err="1"/>
              <a:t>cmd+F</a:t>
            </a:r>
            <a:r>
              <a:rPr lang="en-US" sz="2400" dirty="0"/>
              <a:t>” </a:t>
            </a:r>
            <a:r>
              <a:rPr lang="en-US" sz="2400" dirty="0">
                <a:sym typeface="Wingdings" pitchFamily="2" charset="2"/>
              </a:rPr>
              <a:t> “JSRe0249_JSRg”</a:t>
            </a:r>
            <a:endParaRPr lang="en-US" sz="2400" dirty="0"/>
          </a:p>
        </p:txBody>
      </p:sp>
      <p:pic>
        <p:nvPicPr>
          <p:cNvPr id="6" name="Picture 5">
            <a:extLst>
              <a:ext uri="{FF2B5EF4-FFF2-40B4-BE49-F238E27FC236}">
                <a16:creationId xmlns:a16="http://schemas.microsoft.com/office/drawing/2014/main" id="{71AA2677-EF5E-6B6B-BB2C-C77A84D81BDC}"/>
              </a:ext>
            </a:extLst>
          </p:cNvPr>
          <p:cNvPicPr>
            <a:picLocks noChangeAspect="1"/>
          </p:cNvPicPr>
          <p:nvPr/>
        </p:nvPicPr>
        <p:blipFill>
          <a:blip r:embed="rId2"/>
          <a:stretch>
            <a:fillRect/>
          </a:stretch>
        </p:blipFill>
        <p:spPr>
          <a:xfrm>
            <a:off x="3045359" y="2163066"/>
            <a:ext cx="6284105" cy="3310554"/>
          </a:xfrm>
          <a:prstGeom prst="rect">
            <a:avLst/>
          </a:prstGeom>
        </p:spPr>
      </p:pic>
    </p:spTree>
    <p:extLst>
      <p:ext uri="{BB962C8B-B14F-4D97-AF65-F5344CB8AC3E}">
        <p14:creationId xmlns:p14="http://schemas.microsoft.com/office/powerpoint/2010/main" val="3197332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9FF65-0911-C4B3-D107-66049BFD3465}"/>
              </a:ext>
            </a:extLst>
          </p:cNvPr>
          <p:cNvSpPr>
            <a:spLocks noGrp="1"/>
          </p:cNvSpPr>
          <p:nvPr>
            <p:ph type="title"/>
          </p:nvPr>
        </p:nvSpPr>
        <p:spPr/>
        <p:txBody>
          <a:bodyPr/>
          <a:lstStyle/>
          <a:p>
            <a:r>
              <a:rPr lang="en-US" dirty="0"/>
              <a:t>Protocols</a:t>
            </a:r>
            <a:br>
              <a:rPr lang="en-US" dirty="0"/>
            </a:br>
            <a:endParaRPr lang="en-US" dirty="0"/>
          </a:p>
        </p:txBody>
      </p:sp>
      <p:sp>
        <p:nvSpPr>
          <p:cNvPr id="3" name="Content Placeholder 2">
            <a:extLst>
              <a:ext uri="{FF2B5EF4-FFF2-40B4-BE49-F238E27FC236}">
                <a16:creationId xmlns:a16="http://schemas.microsoft.com/office/drawing/2014/main" id="{AA642F32-9564-F057-3322-7C0190B4D845}"/>
              </a:ext>
            </a:extLst>
          </p:cNvPr>
          <p:cNvSpPr>
            <a:spLocks noGrp="1"/>
          </p:cNvSpPr>
          <p:nvPr>
            <p:ph sz="half" idx="1"/>
          </p:nvPr>
        </p:nvSpPr>
        <p:spPr/>
        <p:txBody>
          <a:bodyPr/>
          <a:lstStyle/>
          <a:p>
            <a:r>
              <a:rPr lang="en-US" dirty="0"/>
              <a:t>All my protocol documents start with a “P_” call so that I can search for them quickly with </a:t>
            </a:r>
            <a:r>
              <a:rPr lang="en-US" dirty="0" err="1"/>
              <a:t>cmd+F</a:t>
            </a:r>
            <a:endParaRPr lang="en-US" dirty="0"/>
          </a:p>
          <a:p>
            <a:r>
              <a:rPr lang="en-US" dirty="0"/>
              <a:t>In my protocols folder I keep a living/continuously updated protocol</a:t>
            </a:r>
          </a:p>
          <a:p>
            <a:pPr lvl="1"/>
            <a:r>
              <a:rPr lang="en-US" dirty="0"/>
              <a:t>Save archived versions with a date from when it was archived</a:t>
            </a:r>
          </a:p>
          <a:p>
            <a:r>
              <a:rPr lang="en-US" dirty="0"/>
              <a:t>Then when I use it for an experiment, I copy it into the “1-notes” folder for that experiment, renaming it “</a:t>
            </a:r>
            <a:r>
              <a:rPr lang="en-US" dirty="0" err="1"/>
              <a:t>JSRe</a:t>
            </a:r>
            <a:r>
              <a:rPr lang="en-US" dirty="0"/>
              <a:t>####-P_...” to enable me to rapidly search and pull up the protocol for that exp.</a:t>
            </a:r>
          </a:p>
          <a:p>
            <a:r>
              <a:rPr lang="en-US" dirty="0"/>
              <a:t>Within my protocol, I heavily employ citations to relevant literature (start using Endnote now if you haven’t already) and include any/all relevant footnotes to supplement the protocol.</a:t>
            </a:r>
          </a:p>
          <a:p>
            <a:endParaRPr lang="en-US" dirty="0"/>
          </a:p>
        </p:txBody>
      </p:sp>
      <p:pic>
        <p:nvPicPr>
          <p:cNvPr id="4" name="Picture 3">
            <a:extLst>
              <a:ext uri="{FF2B5EF4-FFF2-40B4-BE49-F238E27FC236}">
                <a16:creationId xmlns:a16="http://schemas.microsoft.com/office/drawing/2014/main" id="{AD9C44E3-CEB5-E273-38B1-C3EB53E65303}"/>
              </a:ext>
            </a:extLst>
          </p:cNvPr>
          <p:cNvPicPr>
            <a:picLocks noChangeAspect="1"/>
          </p:cNvPicPr>
          <p:nvPr/>
        </p:nvPicPr>
        <p:blipFill>
          <a:blip r:embed="rId2"/>
          <a:stretch>
            <a:fillRect/>
          </a:stretch>
        </p:blipFill>
        <p:spPr>
          <a:xfrm>
            <a:off x="3593011" y="3993879"/>
            <a:ext cx="5005977" cy="2283940"/>
          </a:xfrm>
          <a:prstGeom prst="rect">
            <a:avLst/>
          </a:prstGeom>
          <a:ln>
            <a:solidFill>
              <a:schemeClr val="tx1"/>
            </a:solidFill>
          </a:ln>
        </p:spPr>
      </p:pic>
    </p:spTree>
    <p:extLst>
      <p:ext uri="{BB962C8B-B14F-4D97-AF65-F5344CB8AC3E}">
        <p14:creationId xmlns:p14="http://schemas.microsoft.com/office/powerpoint/2010/main" val="3166539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19B04-9392-3D0F-E7DE-8B7664C0D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B4882A-9373-2138-6A44-79A17EAD2DC6}"/>
              </a:ext>
            </a:extLst>
          </p:cNvPr>
          <p:cNvSpPr>
            <a:spLocks noGrp="1"/>
          </p:cNvSpPr>
          <p:nvPr>
            <p:ph type="title"/>
          </p:nvPr>
        </p:nvSpPr>
        <p:spPr/>
        <p:txBody>
          <a:bodyPr>
            <a:normAutofit/>
          </a:bodyPr>
          <a:lstStyle/>
          <a:p>
            <a:pPr lvl="0"/>
            <a:r>
              <a:rPr lang="en-US" sz="4400" dirty="0"/>
              <a:t>2. What to consider as you interpret your data and prepare figures for publication and/or your thesis</a:t>
            </a:r>
            <a:br>
              <a:rPr lang="en-US" sz="4400" dirty="0"/>
            </a:br>
            <a:endParaRPr lang="en-US" sz="4400" dirty="0"/>
          </a:p>
        </p:txBody>
      </p:sp>
      <p:sp>
        <p:nvSpPr>
          <p:cNvPr id="3" name="Text Placeholder 2">
            <a:extLst>
              <a:ext uri="{FF2B5EF4-FFF2-40B4-BE49-F238E27FC236}">
                <a16:creationId xmlns:a16="http://schemas.microsoft.com/office/drawing/2014/main" id="{65D89169-A487-B623-4DC6-0CDAFE31696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732025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655A8A-0E44-CAC8-F6B1-76C716EAB9B8}"/>
              </a:ext>
            </a:extLst>
          </p:cNvPr>
          <p:cNvSpPr>
            <a:spLocks noGrp="1"/>
          </p:cNvSpPr>
          <p:nvPr>
            <p:ph sz="half" idx="1"/>
          </p:nvPr>
        </p:nvSpPr>
        <p:spPr>
          <a:xfrm>
            <a:off x="415636" y="5315959"/>
            <a:ext cx="11312866" cy="861004"/>
          </a:xfrm>
        </p:spPr>
        <p:txBody>
          <a:bodyPr/>
          <a:lstStyle/>
          <a:p>
            <a:pPr marL="0" indent="0" algn="ctr">
              <a:buNone/>
            </a:pPr>
            <a:r>
              <a:rPr lang="en-US" dirty="0"/>
              <a:t>Simply put, plod along and move from one positive piece of data to the next.</a:t>
            </a:r>
          </a:p>
        </p:txBody>
      </p:sp>
      <p:pic>
        <p:nvPicPr>
          <p:cNvPr id="4" name="Picture 3">
            <a:extLst>
              <a:ext uri="{FF2B5EF4-FFF2-40B4-BE49-F238E27FC236}">
                <a16:creationId xmlns:a16="http://schemas.microsoft.com/office/drawing/2014/main" id="{29EE9D0D-E209-B068-F223-CD214D4C22BA}"/>
              </a:ext>
            </a:extLst>
          </p:cNvPr>
          <p:cNvPicPr>
            <a:picLocks noChangeAspect="1"/>
          </p:cNvPicPr>
          <p:nvPr/>
        </p:nvPicPr>
        <p:blipFill>
          <a:blip r:embed="rId2"/>
          <a:srcRect l="61115" b="56406"/>
          <a:stretch>
            <a:fillRect/>
          </a:stretch>
        </p:blipFill>
        <p:spPr>
          <a:xfrm>
            <a:off x="6541217" y="2059593"/>
            <a:ext cx="2824210" cy="2083628"/>
          </a:xfrm>
          <a:prstGeom prst="rect">
            <a:avLst/>
          </a:prstGeom>
        </p:spPr>
      </p:pic>
      <p:sp>
        <p:nvSpPr>
          <p:cNvPr id="6" name="Title 5">
            <a:extLst>
              <a:ext uri="{FF2B5EF4-FFF2-40B4-BE49-F238E27FC236}">
                <a16:creationId xmlns:a16="http://schemas.microsoft.com/office/drawing/2014/main" id="{D7217302-650B-A4FB-8D19-8BED505A1B81}"/>
              </a:ext>
            </a:extLst>
          </p:cNvPr>
          <p:cNvSpPr>
            <a:spLocks noGrp="1"/>
          </p:cNvSpPr>
          <p:nvPr>
            <p:ph type="title"/>
          </p:nvPr>
        </p:nvSpPr>
        <p:spPr/>
        <p:txBody>
          <a:bodyPr/>
          <a:lstStyle/>
          <a:p>
            <a:r>
              <a:rPr lang="en-US" dirty="0"/>
              <a:t>On data interpretation:</a:t>
            </a:r>
            <a:br>
              <a:rPr lang="en-US" dirty="0"/>
            </a:br>
            <a:endParaRPr lang="en-US" dirty="0"/>
          </a:p>
        </p:txBody>
      </p:sp>
      <p:pic>
        <p:nvPicPr>
          <p:cNvPr id="7" name="Picture 6">
            <a:extLst>
              <a:ext uri="{FF2B5EF4-FFF2-40B4-BE49-F238E27FC236}">
                <a16:creationId xmlns:a16="http://schemas.microsoft.com/office/drawing/2014/main" id="{E7E248FC-8D93-26B7-B423-8B95CD1BC033}"/>
              </a:ext>
            </a:extLst>
          </p:cNvPr>
          <p:cNvPicPr>
            <a:picLocks noChangeAspect="1"/>
          </p:cNvPicPr>
          <p:nvPr/>
        </p:nvPicPr>
        <p:blipFill>
          <a:blip r:embed="rId2"/>
          <a:srcRect r="40559" b="12358"/>
          <a:stretch>
            <a:fillRect/>
          </a:stretch>
        </p:blipFill>
        <p:spPr>
          <a:xfrm>
            <a:off x="2653371" y="1592899"/>
            <a:ext cx="3223446" cy="3127689"/>
          </a:xfrm>
          <a:prstGeom prst="rect">
            <a:avLst/>
          </a:prstGeom>
        </p:spPr>
      </p:pic>
    </p:spTree>
    <p:extLst>
      <p:ext uri="{BB962C8B-B14F-4D97-AF65-F5344CB8AC3E}">
        <p14:creationId xmlns:p14="http://schemas.microsoft.com/office/powerpoint/2010/main" val="2799581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C05C7-EC29-CC8B-46B2-B74127D8E96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9A47A1C-A138-FD53-C79A-CA699937F630}"/>
              </a:ext>
            </a:extLst>
          </p:cNvPr>
          <p:cNvSpPr>
            <a:spLocks noGrp="1"/>
          </p:cNvSpPr>
          <p:nvPr>
            <p:ph type="title"/>
          </p:nvPr>
        </p:nvSpPr>
        <p:spPr/>
        <p:txBody>
          <a:bodyPr/>
          <a:lstStyle/>
          <a:p>
            <a:r>
              <a:rPr lang="en-US" dirty="0"/>
              <a:t>On data presentation:</a:t>
            </a:r>
            <a:br>
              <a:rPr lang="en-US" dirty="0"/>
            </a:br>
            <a:endParaRPr lang="en-US" dirty="0"/>
          </a:p>
        </p:txBody>
      </p:sp>
      <p:sp>
        <p:nvSpPr>
          <p:cNvPr id="2" name="Content Placeholder 1">
            <a:extLst>
              <a:ext uri="{FF2B5EF4-FFF2-40B4-BE49-F238E27FC236}">
                <a16:creationId xmlns:a16="http://schemas.microsoft.com/office/drawing/2014/main" id="{876F14DE-17F2-3313-54AA-1FA957DE7631}"/>
              </a:ext>
            </a:extLst>
          </p:cNvPr>
          <p:cNvSpPr>
            <a:spLocks noGrp="1"/>
          </p:cNvSpPr>
          <p:nvPr>
            <p:ph sz="half" idx="1"/>
          </p:nvPr>
        </p:nvSpPr>
        <p:spPr/>
        <p:txBody>
          <a:bodyPr/>
          <a:lstStyle/>
          <a:p>
            <a:pPr marL="0" indent="0">
              <a:buNone/>
            </a:pPr>
            <a:endParaRPr lang="en-US" dirty="0"/>
          </a:p>
          <a:p>
            <a:pPr marL="0" indent="0">
              <a:buNone/>
            </a:pPr>
            <a:endParaRPr lang="en-US" dirty="0"/>
          </a:p>
          <a:p>
            <a:pPr marL="0" indent="0">
              <a:buNone/>
            </a:pPr>
            <a:r>
              <a:rPr lang="en-US" dirty="0"/>
              <a:t>On intermediate results:</a:t>
            </a:r>
          </a:p>
          <a:p>
            <a:pPr>
              <a:buFontTx/>
              <a:buChar char="-"/>
            </a:pPr>
            <a:r>
              <a:rPr lang="en-US" dirty="0"/>
              <a:t>Be explicit about replicates</a:t>
            </a:r>
          </a:p>
          <a:p>
            <a:pPr>
              <a:buFontTx/>
              <a:buChar char="-"/>
            </a:pPr>
            <a:r>
              <a:rPr lang="en-US" dirty="0"/>
              <a:t>Beware of data placeholders</a:t>
            </a:r>
          </a:p>
          <a:p>
            <a:pPr marL="0" indent="0">
              <a:buNone/>
            </a:pPr>
            <a:endParaRPr lang="en-US" dirty="0"/>
          </a:p>
          <a:p>
            <a:pPr marL="0" indent="0">
              <a:buNone/>
            </a:pPr>
            <a:r>
              <a:rPr lang="en-US" dirty="0"/>
              <a:t>Utilize cohesive color schemes and formatting/styles</a:t>
            </a:r>
          </a:p>
          <a:p>
            <a:pPr marL="0" indent="0">
              <a:buNone/>
            </a:pPr>
            <a:endParaRPr lang="en-US" dirty="0"/>
          </a:p>
          <a:p>
            <a:pPr marL="0" indent="0">
              <a:buNone/>
            </a:pPr>
            <a:r>
              <a:rPr lang="en-US" dirty="0"/>
              <a:t>Finalize data presentation as you go:</a:t>
            </a:r>
          </a:p>
          <a:p>
            <a:pPr marL="0" indent="0">
              <a:buNone/>
            </a:pPr>
            <a:r>
              <a:rPr lang="en-US" dirty="0"/>
              <a:t>- You’ll never know the data better than now</a:t>
            </a:r>
            <a:br>
              <a:rPr lang="en-US" dirty="0"/>
            </a:br>
            <a:endParaRPr lang="en-US" dirty="0"/>
          </a:p>
        </p:txBody>
      </p:sp>
      <p:pic>
        <p:nvPicPr>
          <p:cNvPr id="5" name="Picture 4">
            <a:extLst>
              <a:ext uri="{FF2B5EF4-FFF2-40B4-BE49-F238E27FC236}">
                <a16:creationId xmlns:a16="http://schemas.microsoft.com/office/drawing/2014/main" id="{55D790D4-98FA-1451-20C0-6AC60C32D913}"/>
              </a:ext>
            </a:extLst>
          </p:cNvPr>
          <p:cNvPicPr>
            <a:picLocks noChangeAspect="1"/>
          </p:cNvPicPr>
          <p:nvPr/>
        </p:nvPicPr>
        <p:blipFill>
          <a:blip r:embed="rId2"/>
          <a:stretch>
            <a:fillRect/>
          </a:stretch>
        </p:blipFill>
        <p:spPr>
          <a:xfrm>
            <a:off x="5808323" y="1752630"/>
            <a:ext cx="6288748" cy="3850597"/>
          </a:xfrm>
          <a:prstGeom prst="rect">
            <a:avLst/>
          </a:prstGeom>
        </p:spPr>
      </p:pic>
    </p:spTree>
    <p:extLst>
      <p:ext uri="{BB962C8B-B14F-4D97-AF65-F5344CB8AC3E}">
        <p14:creationId xmlns:p14="http://schemas.microsoft.com/office/powerpoint/2010/main" val="78551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551C1-893F-E47C-F3A7-C8B711FF680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3370A50-18E3-B1E7-B7A4-B4677E96798D}"/>
              </a:ext>
            </a:extLst>
          </p:cNvPr>
          <p:cNvSpPr>
            <a:spLocks noGrp="1"/>
          </p:cNvSpPr>
          <p:nvPr>
            <p:ph type="title"/>
          </p:nvPr>
        </p:nvSpPr>
        <p:spPr/>
        <p:txBody>
          <a:bodyPr/>
          <a:lstStyle/>
          <a:p>
            <a:r>
              <a:rPr lang="en-US" dirty="0"/>
              <a:t>Lay up your data as you go</a:t>
            </a:r>
            <a:br>
              <a:rPr lang="en-US" dirty="0"/>
            </a:br>
            <a:endParaRPr lang="en-US" dirty="0"/>
          </a:p>
        </p:txBody>
      </p:sp>
      <p:pic>
        <p:nvPicPr>
          <p:cNvPr id="6" name="Content Placeholder 5">
            <a:extLst>
              <a:ext uri="{FF2B5EF4-FFF2-40B4-BE49-F238E27FC236}">
                <a16:creationId xmlns:a16="http://schemas.microsoft.com/office/drawing/2014/main" id="{108A6280-0938-77B3-5746-7EE052061A66}"/>
              </a:ext>
            </a:extLst>
          </p:cNvPr>
          <p:cNvPicPr>
            <a:picLocks noGrp="1" noChangeAspect="1"/>
          </p:cNvPicPr>
          <p:nvPr>
            <p:ph sz="half" idx="1"/>
          </p:nvPr>
        </p:nvPicPr>
        <p:blipFill>
          <a:blip r:embed="rId3"/>
          <a:stretch>
            <a:fillRect/>
          </a:stretch>
        </p:blipFill>
        <p:spPr>
          <a:xfrm>
            <a:off x="4737548" y="1900740"/>
            <a:ext cx="6687315" cy="3519640"/>
          </a:xfrm>
          <a:prstGeom prst="rect">
            <a:avLst/>
          </a:prstGeom>
        </p:spPr>
      </p:pic>
      <p:sp>
        <p:nvSpPr>
          <p:cNvPr id="3" name="Content Placeholder 2">
            <a:extLst>
              <a:ext uri="{FF2B5EF4-FFF2-40B4-BE49-F238E27FC236}">
                <a16:creationId xmlns:a16="http://schemas.microsoft.com/office/drawing/2014/main" id="{8AFDF5C7-1920-7133-0761-38E8B0467CE7}"/>
              </a:ext>
            </a:extLst>
          </p:cNvPr>
          <p:cNvSpPr>
            <a:spLocks noGrp="1"/>
          </p:cNvSpPr>
          <p:nvPr>
            <p:ph sz="half" idx="2"/>
          </p:nvPr>
        </p:nvSpPr>
        <p:spPr>
          <a:xfrm>
            <a:off x="544530" y="1261089"/>
            <a:ext cx="4027470" cy="4998067"/>
          </a:xfrm>
        </p:spPr>
        <p:txBody>
          <a:bodyPr/>
          <a:lstStyle/>
          <a:p>
            <a:pPr marL="0" indent="0">
              <a:buNone/>
            </a:pPr>
            <a:r>
              <a:rPr lang="en-US" dirty="0"/>
              <a:t>JSRe0293-I	=     Processing</a:t>
            </a:r>
          </a:p>
          <a:p>
            <a:pPr marL="0" indent="0">
              <a:buNone/>
            </a:pPr>
            <a:r>
              <a:rPr lang="en-US" dirty="0"/>
              <a:t>JSRe0293-R	=     Final figures</a:t>
            </a:r>
          </a:p>
        </p:txBody>
      </p:sp>
    </p:spTree>
    <p:extLst>
      <p:ext uri="{BB962C8B-B14F-4D97-AF65-F5344CB8AC3E}">
        <p14:creationId xmlns:p14="http://schemas.microsoft.com/office/powerpoint/2010/main" val="64601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34E70-2245-7D29-153A-C04ECD2472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B2400-D070-7D89-8D02-5D841A2433E8}"/>
              </a:ext>
            </a:extLst>
          </p:cNvPr>
          <p:cNvSpPr>
            <a:spLocks noGrp="1"/>
          </p:cNvSpPr>
          <p:nvPr>
            <p:ph type="title"/>
          </p:nvPr>
        </p:nvSpPr>
        <p:spPr/>
        <p:txBody>
          <a:bodyPr>
            <a:normAutofit/>
          </a:bodyPr>
          <a:lstStyle/>
          <a:p>
            <a:r>
              <a:rPr lang="en-US" sz="4200" dirty="0"/>
              <a:t>3. Data management and preservation of data for the next person coming into the lab</a:t>
            </a:r>
            <a:br>
              <a:rPr lang="en-US" sz="4200" dirty="0"/>
            </a:br>
            <a:br>
              <a:rPr lang="en-US" sz="4200" dirty="0"/>
            </a:br>
            <a:endParaRPr lang="en-US" sz="4200" dirty="0"/>
          </a:p>
        </p:txBody>
      </p:sp>
      <p:sp>
        <p:nvSpPr>
          <p:cNvPr id="3" name="Text Placeholder 2">
            <a:extLst>
              <a:ext uri="{FF2B5EF4-FFF2-40B4-BE49-F238E27FC236}">
                <a16:creationId xmlns:a16="http://schemas.microsoft.com/office/drawing/2014/main" id="{CEA5A94A-D4C0-3E5D-0FCF-1C54A90F95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902121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BAC4A-6991-5A5D-4B43-3778BA1E6870}"/>
              </a:ext>
            </a:extLst>
          </p:cNvPr>
          <p:cNvSpPr>
            <a:spLocks noGrp="1"/>
          </p:cNvSpPr>
          <p:nvPr>
            <p:ph type="title"/>
          </p:nvPr>
        </p:nvSpPr>
        <p:spPr/>
        <p:txBody>
          <a:bodyPr/>
          <a:lstStyle/>
          <a:p>
            <a:r>
              <a:rPr lang="en-US" dirty="0"/>
              <a:t>Adopt a pervasive system early and stick to it = </a:t>
            </a:r>
            <a:br>
              <a:rPr lang="en-US" dirty="0"/>
            </a:br>
            <a:r>
              <a:rPr lang="en-US" dirty="0"/>
              <a:t>no massive workload for transitioning…</a:t>
            </a:r>
          </a:p>
        </p:txBody>
      </p:sp>
      <p:sp>
        <p:nvSpPr>
          <p:cNvPr id="3" name="Content Placeholder 2">
            <a:extLst>
              <a:ext uri="{FF2B5EF4-FFF2-40B4-BE49-F238E27FC236}">
                <a16:creationId xmlns:a16="http://schemas.microsoft.com/office/drawing/2014/main" id="{635406BB-33B2-96A2-960B-4FE099470E11}"/>
              </a:ext>
            </a:extLst>
          </p:cNvPr>
          <p:cNvSpPr>
            <a:spLocks noGrp="1"/>
          </p:cNvSpPr>
          <p:nvPr>
            <p:ph sz="half" idx="1"/>
          </p:nvPr>
        </p:nvSpPr>
        <p:spPr/>
        <p:txBody>
          <a:bodyPr/>
          <a:lstStyle/>
          <a:p>
            <a:endParaRPr lang="en-US" dirty="0"/>
          </a:p>
        </p:txBody>
      </p:sp>
    </p:spTree>
    <p:extLst>
      <p:ext uri="{BB962C8B-B14F-4D97-AF65-F5344CB8AC3E}">
        <p14:creationId xmlns:p14="http://schemas.microsoft.com/office/powerpoint/2010/main" val="2651061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E38F4-6297-1314-3B2F-07F522CD9F41}"/>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DA07E326-30F5-8372-D103-75386CAF9498}"/>
              </a:ext>
            </a:extLst>
          </p:cNvPr>
          <p:cNvSpPr>
            <a:spLocks noGrp="1"/>
          </p:cNvSpPr>
          <p:nvPr>
            <p:ph sz="half" idx="1"/>
          </p:nvPr>
        </p:nvSpPr>
        <p:spPr/>
        <p:txBody>
          <a:bodyPr>
            <a:normAutofit/>
          </a:bodyPr>
          <a:lstStyle/>
          <a:p>
            <a:pPr marL="0" indent="0">
              <a:buNone/>
            </a:pPr>
            <a:endParaRPr lang="en-US" sz="2800" dirty="0"/>
          </a:p>
          <a:p>
            <a:pPr marL="0" indent="0">
              <a:buNone/>
            </a:pPr>
            <a:endParaRPr lang="en-US" sz="2800" dirty="0"/>
          </a:p>
          <a:p>
            <a:pPr marL="0" indent="0">
              <a:buNone/>
            </a:pPr>
            <a:r>
              <a:rPr lang="en-US" sz="2800" dirty="0"/>
              <a:t>Questions?</a:t>
            </a:r>
          </a:p>
          <a:p>
            <a:pPr marL="0" indent="0">
              <a:buNone/>
            </a:pPr>
            <a:endParaRPr lang="en-US" sz="2800" dirty="0"/>
          </a:p>
          <a:p>
            <a:pPr marL="0" indent="0">
              <a:buNone/>
            </a:pPr>
            <a:endParaRPr lang="en-US" sz="2800" dirty="0"/>
          </a:p>
          <a:p>
            <a:pPr marL="0" indent="0">
              <a:buNone/>
            </a:pPr>
            <a:endParaRPr lang="en-US" sz="2800" dirty="0"/>
          </a:p>
          <a:p>
            <a:pPr marL="0" indent="0">
              <a:buNone/>
            </a:pPr>
            <a:endParaRPr lang="en-US" sz="2800" dirty="0"/>
          </a:p>
          <a:p>
            <a:pPr marL="0" indent="0">
              <a:buNone/>
            </a:pPr>
            <a:r>
              <a:rPr lang="en-US" sz="2800" dirty="0"/>
              <a:t>Time for a few (more) suggestions?</a:t>
            </a:r>
          </a:p>
        </p:txBody>
      </p:sp>
    </p:spTree>
    <p:extLst>
      <p:ext uri="{BB962C8B-B14F-4D97-AF65-F5344CB8AC3E}">
        <p14:creationId xmlns:p14="http://schemas.microsoft.com/office/powerpoint/2010/main" val="3424388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35420-CBF2-7568-8645-333FD8FDCF89}"/>
              </a:ext>
            </a:extLst>
          </p:cNvPr>
          <p:cNvSpPr>
            <a:spLocks noGrp="1"/>
          </p:cNvSpPr>
          <p:nvPr>
            <p:ph type="title"/>
          </p:nvPr>
        </p:nvSpPr>
        <p:spPr/>
        <p:txBody>
          <a:bodyPr/>
          <a:lstStyle/>
          <a:p>
            <a:r>
              <a:rPr lang="en-US" dirty="0"/>
              <a:t>Weekly catch-up meeting </a:t>
            </a:r>
            <a:r>
              <a:rPr lang="en-US" dirty="0" err="1"/>
              <a:t>Rmarkdown</a:t>
            </a:r>
            <a:br>
              <a:rPr lang="en-US" dirty="0"/>
            </a:br>
            <a:endParaRPr lang="en-US" dirty="0"/>
          </a:p>
        </p:txBody>
      </p:sp>
      <p:pic>
        <p:nvPicPr>
          <p:cNvPr id="5" name="Picture 4">
            <a:extLst>
              <a:ext uri="{FF2B5EF4-FFF2-40B4-BE49-F238E27FC236}">
                <a16:creationId xmlns:a16="http://schemas.microsoft.com/office/drawing/2014/main" id="{E8D584C8-55CA-09EB-F571-DDB4B6F1EBC2}"/>
              </a:ext>
            </a:extLst>
          </p:cNvPr>
          <p:cNvPicPr>
            <a:picLocks noChangeAspect="1"/>
          </p:cNvPicPr>
          <p:nvPr/>
        </p:nvPicPr>
        <p:blipFill>
          <a:blip r:embed="rId2"/>
          <a:stretch>
            <a:fillRect/>
          </a:stretch>
        </p:blipFill>
        <p:spPr>
          <a:xfrm>
            <a:off x="937615" y="1274004"/>
            <a:ext cx="5660525" cy="4777970"/>
          </a:xfrm>
          <a:prstGeom prst="rect">
            <a:avLst/>
          </a:prstGeom>
        </p:spPr>
      </p:pic>
      <p:pic>
        <p:nvPicPr>
          <p:cNvPr id="6" name="Picture 2" descr="QR Code Image">
            <a:extLst>
              <a:ext uri="{FF2B5EF4-FFF2-40B4-BE49-F238E27FC236}">
                <a16:creationId xmlns:a16="http://schemas.microsoft.com/office/drawing/2014/main" id="{E75A1CD9-67BE-FDEC-7C72-621FF50A60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4123" y="2532463"/>
            <a:ext cx="2615008" cy="261500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ADCFE16-6C94-336E-232B-725DC21931C5}"/>
              </a:ext>
            </a:extLst>
          </p:cNvPr>
          <p:cNvSpPr txBox="1"/>
          <p:nvPr/>
        </p:nvSpPr>
        <p:spPr>
          <a:xfrm>
            <a:off x="7858043" y="5290240"/>
            <a:ext cx="3747169" cy="646331"/>
          </a:xfrm>
          <a:prstGeom prst="rect">
            <a:avLst/>
          </a:prstGeom>
          <a:noFill/>
        </p:spPr>
        <p:txBody>
          <a:bodyPr wrap="square" rtlCol="0">
            <a:spAutoFit/>
          </a:bodyPr>
          <a:lstStyle/>
          <a:p>
            <a:pPr algn="ctr"/>
            <a:r>
              <a:rPr lang="en-US" dirty="0">
                <a:hlinkClick r:id="rId4"/>
              </a:rPr>
              <a:t>https://github.com/rothjs-PhD/DataManagement</a:t>
            </a:r>
            <a:r>
              <a:rPr lang="en-US" dirty="0"/>
              <a:t> </a:t>
            </a:r>
          </a:p>
        </p:txBody>
      </p:sp>
      <p:sp>
        <p:nvSpPr>
          <p:cNvPr id="8" name="TextBox 7">
            <a:extLst>
              <a:ext uri="{FF2B5EF4-FFF2-40B4-BE49-F238E27FC236}">
                <a16:creationId xmlns:a16="http://schemas.microsoft.com/office/drawing/2014/main" id="{6F691F42-5213-6857-1555-8A2EF5CA850A}"/>
              </a:ext>
            </a:extLst>
          </p:cNvPr>
          <p:cNvSpPr txBox="1"/>
          <p:nvPr/>
        </p:nvSpPr>
        <p:spPr>
          <a:xfrm>
            <a:off x="1162035" y="6352143"/>
            <a:ext cx="5211683" cy="369332"/>
          </a:xfrm>
          <a:prstGeom prst="rect">
            <a:avLst/>
          </a:prstGeom>
          <a:noFill/>
        </p:spPr>
        <p:txBody>
          <a:bodyPr wrap="none" rtlCol="0">
            <a:spAutoFit/>
          </a:bodyPr>
          <a:lstStyle/>
          <a:p>
            <a:r>
              <a:rPr lang="en-US" dirty="0">
                <a:hlinkClick r:id="rId5"/>
              </a:rPr>
              <a:t>https://rmarkdown.rstudio.com/articles_intro.html</a:t>
            </a:r>
            <a:r>
              <a:rPr lang="en-US" dirty="0"/>
              <a:t> </a:t>
            </a:r>
          </a:p>
        </p:txBody>
      </p:sp>
    </p:spTree>
    <p:extLst>
      <p:ext uri="{BB962C8B-B14F-4D97-AF65-F5344CB8AC3E}">
        <p14:creationId xmlns:p14="http://schemas.microsoft.com/office/powerpoint/2010/main" val="1511431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E6C13-B01A-245C-1891-F248BB0C6D26}"/>
              </a:ext>
            </a:extLst>
          </p:cNvPr>
          <p:cNvSpPr>
            <a:spLocks noGrp="1"/>
          </p:cNvSpPr>
          <p:nvPr>
            <p:ph type="title"/>
          </p:nvPr>
        </p:nvSpPr>
        <p:spPr/>
        <p:txBody>
          <a:bodyPr/>
          <a:lstStyle/>
          <a:p>
            <a:r>
              <a:rPr lang="en-US" dirty="0"/>
              <a:t>On sample storage…</a:t>
            </a:r>
            <a:br>
              <a:rPr lang="en-US" dirty="0"/>
            </a:br>
            <a:endParaRPr lang="en-US" dirty="0"/>
          </a:p>
        </p:txBody>
      </p:sp>
      <p:sp>
        <p:nvSpPr>
          <p:cNvPr id="3" name="Content Placeholder 2">
            <a:extLst>
              <a:ext uri="{FF2B5EF4-FFF2-40B4-BE49-F238E27FC236}">
                <a16:creationId xmlns:a16="http://schemas.microsoft.com/office/drawing/2014/main" id="{577A608A-5C7E-7158-2C03-674C28C4379A}"/>
              </a:ext>
            </a:extLst>
          </p:cNvPr>
          <p:cNvSpPr>
            <a:spLocks noGrp="1"/>
          </p:cNvSpPr>
          <p:nvPr>
            <p:ph sz="half" idx="1"/>
          </p:nvPr>
        </p:nvSpPr>
        <p:spPr/>
        <p:txBody>
          <a:bodyPr/>
          <a:lstStyle/>
          <a:p>
            <a:endParaRPr lang="en-US" dirty="0"/>
          </a:p>
          <a:p>
            <a:r>
              <a:rPr lang="en-US" dirty="0"/>
              <a:t>Experiment vs Sample Type?</a:t>
            </a:r>
          </a:p>
          <a:p>
            <a:endParaRPr lang="en-US" dirty="0"/>
          </a:p>
          <a:p>
            <a:endParaRPr lang="en-US" dirty="0"/>
          </a:p>
          <a:p>
            <a:r>
              <a:rPr lang="en-US" b="1" u="sng" dirty="0"/>
              <a:t>Sample Type</a:t>
            </a:r>
            <a:r>
              <a:rPr lang="en-US" dirty="0"/>
              <a:t> worked best for me</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9404560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2" id="{6BA2B629-7E2D-0A4B-930B-515A469ECB3F}" vid="{A2C16F8A-8366-B341-BD86-1031F68AE8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87097</TotalTime>
  <Words>1141</Words>
  <Application>Microsoft Macintosh PowerPoint</Application>
  <PresentationFormat>Widescreen</PresentationFormat>
  <Paragraphs>131</Paragraphs>
  <Slides>27</Slides>
  <Notes>6</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Avenir Light</vt:lpstr>
      <vt:lpstr>Calibri</vt:lpstr>
      <vt:lpstr>System Font Regular</vt:lpstr>
      <vt:lpstr>Times New Roman</vt:lpstr>
      <vt:lpstr>Wingdings</vt:lpstr>
      <vt:lpstr>Office Theme</vt:lpstr>
      <vt:lpstr>Jacob Roth </vt:lpstr>
      <vt:lpstr>Topics to discuss </vt:lpstr>
      <vt:lpstr>Common issues with data analysis and reproducibility of experiments  </vt:lpstr>
      <vt:lpstr>Labels… are critical – use them well or just give up </vt:lpstr>
      <vt:lpstr>Develop and adopt systems to reduce variability </vt:lpstr>
      <vt:lpstr>Labels </vt:lpstr>
      <vt:lpstr>My system to reduce variability </vt:lpstr>
      <vt:lpstr>My system to reduce variability </vt:lpstr>
      <vt:lpstr>My PhD OneDrive for lab data </vt:lpstr>
      <vt:lpstr>My PhD OneDrive for lab data: Inventory Sheet </vt:lpstr>
      <vt:lpstr>My PhD OneDrive for lab data </vt:lpstr>
      <vt:lpstr>PowerPoint Presentation</vt:lpstr>
      <vt:lpstr>Every new experiment starts with an entry into my inventory excel file:</vt:lpstr>
      <vt:lpstr>One line of code creates a standardized folder system: </vt:lpstr>
      <vt:lpstr>Clear and unique naming examples: </vt:lpstr>
      <vt:lpstr>What were the results from that e0281 again?? </vt:lpstr>
      <vt:lpstr>What gels did I run for JSRe0249 again? </vt:lpstr>
      <vt:lpstr>Protocols </vt:lpstr>
      <vt:lpstr>2. What to consider as you interpret your data and prepare figures for publication and/or your thesis </vt:lpstr>
      <vt:lpstr>On data interpretation: </vt:lpstr>
      <vt:lpstr>On data presentation: </vt:lpstr>
      <vt:lpstr>Lay up your data as you go </vt:lpstr>
      <vt:lpstr>3. Data management and preservation of data for the next person coming into the lab  </vt:lpstr>
      <vt:lpstr>Adopt a pervasive system early and stick to it =  no massive workload for transitioning…</vt:lpstr>
      <vt:lpstr>PowerPoint Presentation</vt:lpstr>
      <vt:lpstr>Weekly catch-up meeting Rmarkdown </vt:lpstr>
      <vt:lpstr>On sample storage…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Jacob Roth</dc:creator>
  <cp:lastModifiedBy>Jacob Roth</cp:lastModifiedBy>
  <cp:revision>16</cp:revision>
  <cp:lastPrinted>2024-11-13T18:43:16Z</cp:lastPrinted>
  <dcterms:created xsi:type="dcterms:W3CDTF">2023-10-17T20:08:39Z</dcterms:created>
  <dcterms:modified xsi:type="dcterms:W3CDTF">2025-11-19T04:37:15Z</dcterms:modified>
</cp:coreProperties>
</file>